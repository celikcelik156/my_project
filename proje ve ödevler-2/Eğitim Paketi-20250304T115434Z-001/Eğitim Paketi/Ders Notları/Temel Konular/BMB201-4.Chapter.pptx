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2" r:id="rId1"/>
  </p:sldMasterIdLst>
  <p:notesMasterIdLst>
    <p:notesMasterId r:id="rId28"/>
  </p:notesMasterIdLst>
  <p:handoutMasterIdLst>
    <p:handoutMasterId r:id="rId29"/>
  </p:handoutMasterIdLst>
  <p:sldIdLst>
    <p:sldId id="269" r:id="rId2"/>
    <p:sldId id="271" r:id="rId3"/>
    <p:sldId id="282" r:id="rId4"/>
    <p:sldId id="286" r:id="rId5"/>
    <p:sldId id="357" r:id="rId6"/>
    <p:sldId id="358" r:id="rId7"/>
    <p:sldId id="359" r:id="rId8"/>
    <p:sldId id="360" r:id="rId9"/>
    <p:sldId id="362" r:id="rId10"/>
    <p:sldId id="287" r:id="rId11"/>
    <p:sldId id="363" r:id="rId12"/>
    <p:sldId id="364" r:id="rId13"/>
    <p:sldId id="361" r:id="rId14"/>
    <p:sldId id="338" r:id="rId15"/>
    <p:sldId id="365" r:id="rId16"/>
    <p:sldId id="366" r:id="rId17"/>
    <p:sldId id="367" r:id="rId18"/>
    <p:sldId id="368" r:id="rId19"/>
    <p:sldId id="369" r:id="rId20"/>
    <p:sldId id="371" r:id="rId21"/>
    <p:sldId id="370" r:id="rId22"/>
    <p:sldId id="372" r:id="rId23"/>
    <p:sldId id="373" r:id="rId24"/>
    <p:sldId id="374" r:id="rId25"/>
    <p:sldId id="375" r:id="rId26"/>
    <p:sldId id="281" r:id="rId27"/>
  </p:sldIdLst>
  <p:sldSz cx="9144000" cy="6858000" type="screen4x3"/>
  <p:notesSz cx="7010400" cy="9296400"/>
  <p:defaultTextStyle>
    <a:defPPr rtl="0">
      <a:defRPr lang="tr-tr"/>
    </a:defPPr>
    <a:lvl1pPr algn="l" rtl="0" fontAlgn="base">
      <a:spcBef>
        <a:spcPct val="20000"/>
      </a:spcBef>
      <a:spcAft>
        <a:spcPct val="0"/>
      </a:spcAft>
      <a:buClr>
        <a:schemeClr val="accent2"/>
      </a:buClr>
      <a:buSzPct val="70000"/>
      <a:buFont typeface="Wingdings" pitchFamily="2" charset="2"/>
      <a:buChar char="l"/>
      <a:defRPr sz="26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20000"/>
      </a:spcBef>
      <a:spcAft>
        <a:spcPct val="0"/>
      </a:spcAft>
      <a:buClr>
        <a:schemeClr val="accent2"/>
      </a:buClr>
      <a:buSzPct val="70000"/>
      <a:buFont typeface="Wingdings" pitchFamily="2" charset="2"/>
      <a:buChar char="l"/>
      <a:defRPr sz="26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20000"/>
      </a:spcBef>
      <a:spcAft>
        <a:spcPct val="0"/>
      </a:spcAft>
      <a:buClr>
        <a:schemeClr val="accent2"/>
      </a:buClr>
      <a:buSzPct val="70000"/>
      <a:buFont typeface="Wingdings" pitchFamily="2" charset="2"/>
      <a:buChar char="l"/>
      <a:defRPr sz="26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20000"/>
      </a:spcBef>
      <a:spcAft>
        <a:spcPct val="0"/>
      </a:spcAft>
      <a:buClr>
        <a:schemeClr val="accent2"/>
      </a:buClr>
      <a:buSzPct val="70000"/>
      <a:buFont typeface="Wingdings" pitchFamily="2" charset="2"/>
      <a:buChar char="l"/>
      <a:defRPr sz="26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20000"/>
      </a:spcBef>
      <a:spcAft>
        <a:spcPct val="0"/>
      </a:spcAft>
      <a:buClr>
        <a:schemeClr val="accent2"/>
      </a:buClr>
      <a:buSzPct val="70000"/>
      <a:buFont typeface="Wingdings" pitchFamily="2" charset="2"/>
      <a:buChar char="l"/>
      <a:defRPr sz="26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6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6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6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6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4" clrIdx="0">
    <p:extLst>
      <p:ext uri="{19B8F6BF-5375-455C-9EA6-DF929625EA0E}">
        <p15:presenceInfo xmlns:p15="http://schemas.microsoft.com/office/powerpoint/2012/main" userId="1fc7fc7521ad5d0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3611"/>
    <a:srgbClr val="A44114"/>
    <a:srgbClr val="F3B99F"/>
    <a:srgbClr val="B94917"/>
    <a:srgbClr val="FF6600"/>
    <a:srgbClr val="000066"/>
    <a:srgbClr val="00002C"/>
    <a:srgbClr val="C4E7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Açık Stil 1 - Vurgu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7B26C5-4107-4FEC-AEDC-1716B250A1EF}" styleName="Açık Stil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7292A2E-F333-43FB-9621-5CBBE7FDCDCB}" styleName="Açık Stil 2 - Vurgu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D27102A9-8310-4765-A935-A1911B00CA55}" styleName="Açık Stil 1 - Vurgu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01" autoAdjust="0"/>
    <p:restoredTop sz="97155" autoAdjust="0"/>
  </p:normalViewPr>
  <p:slideViewPr>
    <p:cSldViewPr>
      <p:cViewPr varScale="1">
        <p:scale>
          <a:sx n="115" d="100"/>
          <a:sy n="115" d="100"/>
        </p:scale>
        <p:origin x="1542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8" d="100"/>
          <a:sy n="88" d="100"/>
        </p:scale>
        <p:origin x="2964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6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ke Test User" userId="SID-0" providerId="Test" clId="FakeClientId"/>
    <pc:docChg chg="undo custSel modSld modNotesMaster">
      <pc:chgData name="Fake Test User" userId="SID-0" providerId="Test" clId="FakeClientId" dt="2018-12-04T05:43:13.074" v="7" actId="790"/>
      <pc:docMkLst>
        <pc:docMk/>
      </pc:docMkLst>
      <pc:sldChg chg="modSp">
        <pc:chgData name="Fake Test User" userId="SID-0" providerId="Test" clId="FakeClientId" dt="2018-12-04T05:39:21.983" v="1" actId="6549"/>
        <pc:sldMkLst>
          <pc:docMk/>
          <pc:sldMk cId="3733441278" sldId="271"/>
        </pc:sldMkLst>
        <pc:spChg chg="mod">
          <ac:chgData name="Fake Test User" userId="SID-0" providerId="Test" clId="FakeClientId" dt="2018-12-04T05:39:21.983" v="1" actId="6549"/>
          <ac:spMkLst>
            <pc:docMk/>
            <pc:sldMk cId="3733441278" sldId="271"/>
            <ac:spMk id="3" creationId="{138AFC74-2DAB-4FF2-A66B-288CACB8B844}"/>
          </ac:spMkLst>
        </pc:spChg>
      </pc:sldChg>
      <pc:sldChg chg="modSp">
        <pc:chgData name="Fake Test User" userId="SID-0" providerId="Test" clId="FakeClientId" dt="2018-12-04T05:41:53.817" v="6" actId="27636"/>
        <pc:sldMkLst>
          <pc:docMk/>
          <pc:sldMk cId="2525023481" sldId="277"/>
        </pc:sldMkLst>
        <pc:spChg chg="mod">
          <ac:chgData name="Fake Test User" userId="SID-0" providerId="Test" clId="FakeClientId" dt="2018-12-04T05:41:53.817" v="6" actId="27636"/>
          <ac:spMkLst>
            <pc:docMk/>
            <pc:sldMk cId="2525023481" sldId="277"/>
            <ac:spMk id="3" creationId="{CF66EF10-C287-4341-AD3D-9B48C2895A59}"/>
          </ac:spMkLst>
        </pc:spChg>
      </pc:sldChg>
      <pc:sldChg chg="modSp">
        <pc:chgData name="Fake Test User" userId="SID-0" providerId="Test" clId="FakeClientId" dt="2018-12-04T05:40:40.727" v="5" actId="20577"/>
        <pc:sldMkLst>
          <pc:docMk/>
          <pc:sldMk cId="2321117250" sldId="278"/>
        </pc:sldMkLst>
        <pc:spChg chg="mod">
          <ac:chgData name="Fake Test User" userId="SID-0" providerId="Test" clId="FakeClientId" dt="2018-12-04T05:40:40.727" v="5" actId="20577"/>
          <ac:spMkLst>
            <pc:docMk/>
            <pc:sldMk cId="2321117250" sldId="278"/>
            <ac:spMk id="3" creationId="{D1E1198F-DBE4-4470-AE42-7DC4BC96CAD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Dikdörtgen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rtlCol="0" anchor="t" anchorCtr="0" compatLnSpc="1">
            <a:prstTxWarp prst="textNoShape">
              <a:avLst/>
            </a:prstTxWarp>
          </a:bodyPr>
          <a:lstStyle>
            <a:lvl1pPr defTabSz="931863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 rtl="0"/>
            <a:endParaRPr lang="tr-TR" dirty="0">
              <a:latin typeface="Arial" panose="020B0604020202020204" pitchFamily="34" charset="0"/>
            </a:endParaRPr>
          </a:p>
        </p:txBody>
      </p:sp>
      <p:sp>
        <p:nvSpPr>
          <p:cNvPr id="34819" name="Dikdörtgen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rtlCol="0" anchor="t" anchorCtr="0" compatLnSpc="1">
            <a:prstTxWarp prst="textNoShape">
              <a:avLst/>
            </a:prstTxWarp>
          </a:bodyPr>
          <a:lstStyle>
            <a:lvl1pPr algn="r" defTabSz="931863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 rtl="0"/>
            <a:fld id="{8EB1AC0F-E286-44A1-8E5A-20BC1E627360}" type="datetime1">
              <a:rPr lang="tr-TR" smtClean="0">
                <a:latin typeface="Arial" panose="020B0604020202020204" pitchFamily="34" charset="0"/>
              </a:rPr>
              <a:t>18.02.2025</a:t>
            </a:fld>
            <a:endParaRPr lang="tr-TR" dirty="0">
              <a:latin typeface="Arial" panose="020B0604020202020204" pitchFamily="34" charset="0"/>
            </a:endParaRPr>
          </a:p>
        </p:txBody>
      </p:sp>
      <p:sp>
        <p:nvSpPr>
          <p:cNvPr id="34820" name="Dikdörtgen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rtlCol="0" anchor="b" anchorCtr="0" compatLnSpc="1">
            <a:prstTxWarp prst="textNoShape">
              <a:avLst/>
            </a:prstTxWarp>
          </a:bodyPr>
          <a:lstStyle>
            <a:lvl1pPr defTabSz="931863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 rtl="0"/>
            <a:endParaRPr lang="tr-TR" dirty="0">
              <a:latin typeface="Arial" panose="020B0604020202020204" pitchFamily="34" charset="0"/>
            </a:endParaRPr>
          </a:p>
        </p:txBody>
      </p:sp>
      <p:sp>
        <p:nvSpPr>
          <p:cNvPr id="34821" name="Dikdörtgen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rtlCol="0" anchor="b" anchorCtr="0" compatLnSpc="1">
            <a:prstTxWarp prst="textNoShape">
              <a:avLst/>
            </a:prstTxWarp>
          </a:bodyPr>
          <a:lstStyle>
            <a:lvl1pPr algn="r" defTabSz="931863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 rtl="0"/>
            <a:fld id="{F0B6EC5B-DE15-4B62-9DC0-DE1BD893DD16}" type="slidenum">
              <a:rPr lang="tr-TR" smtClean="0">
                <a:latin typeface="Arial" panose="020B0604020202020204" pitchFamily="34" charset="0"/>
              </a:rPr>
              <a:pPr/>
              <a:t>‹#›</a:t>
            </a:fld>
            <a:endParaRPr lang="tr-TR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48682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Dikdörtgen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rtlCol="0" anchor="t" anchorCtr="0" compatLnSpc="1">
            <a:prstTxWarp prst="textNoShape">
              <a:avLst/>
            </a:prstTxWarp>
          </a:bodyPr>
          <a:lstStyle>
            <a:lvl1pPr defTabSz="931863">
              <a:spcBef>
                <a:spcPct val="0"/>
              </a:spcBef>
              <a:buClrTx/>
              <a:buSzTx/>
              <a:buFontTx/>
              <a:buNone/>
              <a:defRPr sz="1200">
                <a:latin typeface="Arial" panose="020B0604020202020204" pitchFamily="34" charset="0"/>
              </a:defRPr>
            </a:lvl1pPr>
          </a:lstStyle>
          <a:p>
            <a:endParaRPr lang="tr-TR" noProof="0"/>
          </a:p>
        </p:txBody>
      </p:sp>
      <p:sp>
        <p:nvSpPr>
          <p:cNvPr id="26627" name="Dikdörtgen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rtlCol="0" anchor="t" anchorCtr="0" compatLnSpc="1">
            <a:prstTxWarp prst="textNoShape">
              <a:avLst/>
            </a:prstTxWarp>
          </a:bodyPr>
          <a:lstStyle>
            <a:lvl1pPr algn="r" defTabSz="931863">
              <a:spcBef>
                <a:spcPct val="0"/>
              </a:spcBef>
              <a:buClrTx/>
              <a:buSzTx/>
              <a:buFontTx/>
              <a:buNone/>
              <a:defRPr sz="1200">
                <a:latin typeface="Arial" panose="020B0604020202020204" pitchFamily="34" charset="0"/>
              </a:defRPr>
            </a:lvl1pPr>
          </a:lstStyle>
          <a:p>
            <a:fld id="{8B2142ED-62CF-4BE7-A720-C948E8939493}" type="datetime1">
              <a:rPr lang="tr-TR" noProof="0" smtClean="0"/>
              <a:t>18.02.2025</a:t>
            </a:fld>
            <a:endParaRPr lang="tr-TR" noProof="0"/>
          </a:p>
        </p:txBody>
      </p:sp>
      <p:sp>
        <p:nvSpPr>
          <p:cNvPr id="26628" name="Dikdörtgen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6629" name="Dikdörtgen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rtlCol="0" anchor="t" anchorCtr="0" compatLnSpc="1">
            <a:prstTxWarp prst="textNoShape">
              <a:avLst/>
            </a:prstTxWarp>
          </a:bodyPr>
          <a:lstStyle/>
          <a:p>
            <a:pPr lvl="0" rtl="0"/>
            <a:r>
              <a:rPr lang="tr-TR" noProof="0"/>
              <a:t>Asıl metin stillerini düzenlemek için tıklayın</a:t>
            </a:r>
          </a:p>
          <a:p>
            <a:pPr lvl="1" rtl="0"/>
            <a:r>
              <a:rPr lang="tr-TR" noProof="0"/>
              <a:t>İkinci düzey</a:t>
            </a:r>
          </a:p>
          <a:p>
            <a:pPr lvl="2" rtl="0"/>
            <a:r>
              <a:rPr lang="tr-TR" noProof="0"/>
              <a:t>Üçüncü düzey</a:t>
            </a:r>
          </a:p>
          <a:p>
            <a:pPr lvl="3" rtl="0"/>
            <a:r>
              <a:rPr lang="tr-TR" noProof="0"/>
              <a:t>Dördüncü düzey</a:t>
            </a:r>
          </a:p>
          <a:p>
            <a:pPr lvl="4" rtl="0"/>
            <a:r>
              <a:rPr lang="tr-TR" noProof="0"/>
              <a:t>Beşinci düzey</a:t>
            </a:r>
          </a:p>
        </p:txBody>
      </p:sp>
      <p:sp>
        <p:nvSpPr>
          <p:cNvPr id="26630" name="Dikdörtgen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rtlCol="0" anchor="b" anchorCtr="0" compatLnSpc="1">
            <a:prstTxWarp prst="textNoShape">
              <a:avLst/>
            </a:prstTxWarp>
          </a:bodyPr>
          <a:lstStyle>
            <a:lvl1pPr defTabSz="931863">
              <a:spcBef>
                <a:spcPct val="0"/>
              </a:spcBef>
              <a:buClrTx/>
              <a:buSzTx/>
              <a:buFontTx/>
              <a:buNone/>
              <a:defRPr sz="1200">
                <a:latin typeface="Arial" panose="020B0604020202020204" pitchFamily="34" charset="0"/>
              </a:defRPr>
            </a:lvl1pPr>
          </a:lstStyle>
          <a:p>
            <a:endParaRPr lang="tr-TR" noProof="0"/>
          </a:p>
        </p:txBody>
      </p:sp>
      <p:sp>
        <p:nvSpPr>
          <p:cNvPr id="26631" name="Dikdörtgen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rtlCol="0" anchor="b" anchorCtr="0" compatLnSpc="1">
            <a:prstTxWarp prst="textNoShape">
              <a:avLst/>
            </a:prstTxWarp>
          </a:bodyPr>
          <a:lstStyle>
            <a:lvl1pPr algn="r" defTabSz="931863">
              <a:spcBef>
                <a:spcPct val="0"/>
              </a:spcBef>
              <a:buClrTx/>
              <a:buSzTx/>
              <a:buFontTx/>
              <a:buNone/>
              <a:defRPr sz="1200">
                <a:latin typeface="Arial" panose="020B0604020202020204" pitchFamily="34" charset="0"/>
              </a:defRPr>
            </a:lvl1pPr>
          </a:lstStyle>
          <a:p>
            <a:fld id="{823FACB9-4E35-4CB3-835A-2EBF55FAEDE3}" type="slidenum">
              <a:rPr lang="tr-TR" noProof="0" smtClean="0"/>
              <a:pPr/>
              <a:t>‹#›</a:t>
            </a:fld>
            <a:endParaRPr lang="tr-TR" noProof="0"/>
          </a:p>
        </p:txBody>
      </p:sp>
    </p:spTree>
    <p:extLst>
      <p:ext uri="{BB962C8B-B14F-4D97-AF65-F5344CB8AC3E}">
        <p14:creationId xmlns:p14="http://schemas.microsoft.com/office/powerpoint/2010/main" val="97186942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3FACB9-4E35-4CB3-835A-2EBF55FAEDE3}" type="slidenum">
              <a:rPr lang="tr-TR" smtClean="0"/>
              <a:pPr/>
              <a:t>1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1055949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3FACB9-4E35-4CB3-835A-2EBF55FAEDE3}" type="slidenum">
              <a:rPr lang="tr-TR" smtClean="0"/>
              <a:pPr/>
              <a:t>2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1806085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3FACB9-4E35-4CB3-835A-2EBF55FAEDE3}" type="slidenum">
              <a:rPr lang="tr-TR" smtClean="0"/>
              <a:pPr/>
              <a:t>26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7571962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Çizgi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tlCol="0"/>
          <a:lstStyle/>
          <a:p>
            <a:pPr rtl="0"/>
            <a:endParaRPr lang="tr-TR" dirty="0">
              <a:latin typeface="Arial" panose="020B0604020202020204" pitchFamily="34" charset="0"/>
            </a:endParaRPr>
          </a:p>
        </p:txBody>
      </p:sp>
      <p:grpSp>
        <p:nvGrpSpPr>
          <p:cNvPr id="47112" name="Gr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47113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14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15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16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17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18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19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20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21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22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23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24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25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26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27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28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29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30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31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32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33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34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35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36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37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38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39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40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41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42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43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</p:grpSp>
      <p:sp>
        <p:nvSpPr>
          <p:cNvPr id="47144" name="Çizgi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tlCol="0"/>
          <a:lstStyle/>
          <a:p>
            <a:pPr rtl="0"/>
            <a:endParaRPr lang="tr-TR" dirty="0">
              <a:latin typeface="Arial" panose="020B0604020202020204" pitchFamily="34" charset="0"/>
            </a:endParaRPr>
          </a:p>
        </p:txBody>
      </p:sp>
      <p:sp>
        <p:nvSpPr>
          <p:cNvPr id="47107" name="Başlık Yer Tutucusu 1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315913" y="466725"/>
            <a:ext cx="6781800" cy="2133600"/>
          </a:xfrm>
        </p:spPr>
        <p:txBody>
          <a:bodyPr rtlCol="0"/>
          <a:lstStyle>
            <a:lvl1pPr algn="r">
              <a:defRPr sz="4400">
                <a:latin typeface="Arial" panose="020B0604020202020204" pitchFamily="34" charset="0"/>
              </a:defRPr>
            </a:lvl1pPr>
          </a:lstStyle>
          <a:p>
            <a:pPr lvl="0" rtl="0"/>
            <a:r>
              <a:rPr lang="tr-TR" noProof="0"/>
              <a:t>Asıl başlık stilini düzenlemek için tıklayın</a:t>
            </a:r>
            <a:endParaRPr lang="tr-TR" noProof="0" dirty="0"/>
          </a:p>
        </p:txBody>
      </p:sp>
      <p:sp>
        <p:nvSpPr>
          <p:cNvPr id="47108" name="Metin Yer Tutucusu 2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849313" y="3049588"/>
            <a:ext cx="6248400" cy="2362200"/>
          </a:xfrm>
        </p:spPr>
        <p:txBody>
          <a:bodyPr rtlCol="0"/>
          <a:lstStyle>
            <a:lvl1pPr marL="0" indent="0" algn="r">
              <a:buFontTx/>
              <a:buNone/>
              <a:defRPr sz="2900">
                <a:latin typeface="Arial" panose="020B0604020202020204" pitchFamily="34" charset="0"/>
              </a:defRPr>
            </a:lvl1pPr>
          </a:lstStyle>
          <a:p>
            <a:pPr lvl="0" rtl="0"/>
            <a:r>
              <a:rPr lang="tr-TR" noProof="0"/>
              <a:t>Asıl alt başlık stilini düzenlemek için tıklatın</a:t>
            </a:r>
            <a:endParaRPr lang="tr-TR" noProof="0" dirty="0"/>
          </a:p>
        </p:txBody>
      </p:sp>
      <p:sp>
        <p:nvSpPr>
          <p:cNvPr id="47109" name="Tarih Yer Tutucusu 3"/>
          <p:cNvSpPr>
            <a:spLocks noGrp="1" noChangeArrowheads="1"/>
          </p:cNvSpPr>
          <p:nvPr>
            <p:ph type="dt" sz="half" idx="2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6E4DA47A-E178-47C6-957C-5C8A574CF14A}" type="datetime1">
              <a:rPr lang="tr-TR" altLang="en-US" smtClean="0"/>
              <a:t>18.02.2025</a:t>
            </a:fld>
            <a:endParaRPr lang="tr-TR" altLang="en-US" dirty="0"/>
          </a:p>
        </p:txBody>
      </p:sp>
      <p:sp>
        <p:nvSpPr>
          <p:cNvPr id="47110" name="Alt Bilgi Yer Tutucusu 4"/>
          <p:cNvSpPr>
            <a:spLocks noGrp="1" noChangeArrowheads="1"/>
          </p:cNvSpPr>
          <p:nvPr>
            <p:ph type="ftr" sz="quarter" idx="3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tr-TR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47111" name="Slayt Numarası Yer Tutucusu 5"/>
          <p:cNvSpPr>
            <a:spLocks noGrp="1" noChangeArrowheads="1"/>
          </p:cNvSpPr>
          <p:nvPr>
            <p:ph type="sldNum" sz="quarter" idx="4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E945280F-DE53-48B1-9FB9-96A39916642A}" type="slidenum">
              <a:rPr lang="tr-TR" altLang="en-US" smtClean="0"/>
              <a:pPr/>
              <a:t>‹#›</a:t>
            </a:fld>
            <a:endParaRPr lang="tr-T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 rtl="0"/>
            <a:r>
              <a:rPr lang="tr-TR"/>
              <a:t>Asıl başlık stilini düzenlemek için tıklayın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>
            <a:lvl1pPr marL="45720" indent="0">
              <a:buFontTx/>
              <a:buNone/>
              <a:defRPr>
                <a:latin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</a:defRPr>
            </a:lvl5pPr>
          </a:lstStyle>
          <a:p>
            <a:pPr lvl="0" rtl="0"/>
            <a:r>
              <a:rPr lang="tr-TR"/>
              <a:t>Asıl metin stillerini düzenlemek için tıklayın</a:t>
            </a:r>
          </a:p>
          <a:p>
            <a:pPr lvl="1" rtl="0"/>
            <a:r>
              <a:rPr lang="tr-TR"/>
              <a:t>İkinci düzey</a:t>
            </a:r>
          </a:p>
          <a:p>
            <a:pPr lvl="2" rtl="0"/>
            <a:r>
              <a:rPr lang="tr-TR"/>
              <a:t>Üçüncü düzey</a:t>
            </a:r>
          </a:p>
          <a:p>
            <a:pPr lvl="3" rtl="0"/>
            <a:r>
              <a:rPr lang="tr-TR"/>
              <a:t>Dördüncü düzey</a:t>
            </a:r>
          </a:p>
          <a:p>
            <a:pPr lvl="4" rtl="0"/>
            <a:r>
              <a:rPr lang="tr-TR"/>
              <a:t>Beşinci düzey</a:t>
            </a:r>
            <a:endParaRPr lang="tr-TR" dirty="0"/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0ABA82BB-27B0-4E74-BE3A-6182D4BDFFF8}" type="datetime1">
              <a:rPr lang="tr-TR" altLang="en-US" smtClean="0"/>
              <a:t>18.02.2025</a:t>
            </a:fld>
            <a:endParaRPr lang="tr-TR" altLang="en-US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tr-TR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71C6F290-D301-4864-9490-340EF11588D9}" type="slidenum">
              <a:rPr lang="tr-TR" altLang="en-US" smtClean="0"/>
              <a:pPr/>
              <a:t>‹#›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3036072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>
          <a:xfrm>
            <a:off x="722313" y="4406900"/>
            <a:ext cx="7772400" cy="1362075"/>
          </a:xfrm>
        </p:spPr>
        <p:txBody>
          <a:bodyPr rtlCol="0" anchor="t"/>
          <a:lstStyle>
            <a:lvl1pPr algn="l">
              <a:defRPr sz="4000" b="1" cap="all">
                <a:latin typeface="Arial" panose="020B0604020202020204" pitchFamily="34" charset="0"/>
              </a:defRPr>
            </a:lvl1pPr>
          </a:lstStyle>
          <a:p>
            <a:pPr rtl="0"/>
            <a:r>
              <a:rPr lang="tr-TR"/>
              <a:t>Asıl başlık stilini düzenlemek için tıklayın</a:t>
            </a:r>
            <a:endParaRPr lang="tr-TR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 hasCustomPrompt="1"/>
          </p:nvPr>
        </p:nvSpPr>
        <p:spPr>
          <a:xfrm>
            <a:off x="722313" y="2906713"/>
            <a:ext cx="7772400" cy="1500187"/>
          </a:xfrm>
        </p:spPr>
        <p:txBody>
          <a:bodyPr rtlCol="0" anchor="b"/>
          <a:lstStyle>
            <a:lvl1pPr marL="0" indent="0">
              <a:buNone/>
              <a:defRPr sz="2000">
                <a:latin typeface="Arial" panose="020B060402020202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rtl="0"/>
            <a:r>
              <a:rPr lang="tr-TR"/>
              <a:t>Asıl metin stillerini düzenlemek için tıklayın</a:t>
            </a:r>
            <a:endParaRPr lang="tr-TR" dirty="0"/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5B25015F-A951-49B0-B508-28EBA635A12D}" type="datetime1">
              <a:rPr lang="tr-TR" altLang="en-US" smtClean="0"/>
              <a:t>18.02.2025</a:t>
            </a:fld>
            <a:endParaRPr lang="tr-TR" altLang="en-US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tr-TR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D0208CE1-DD55-4A43-A479-EF83A2DC3985}" type="slidenum">
              <a:rPr lang="tr-TR" altLang="en-US" smtClean="0"/>
              <a:pPr/>
              <a:t>‹#›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1621975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 rtl="0"/>
            <a:r>
              <a:rPr lang="tr-TR"/>
              <a:t>Asıl başlık stilini düzenlemek için tıklayın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 hasCustomPrompt="1"/>
          </p:nvPr>
        </p:nvSpPr>
        <p:spPr>
          <a:xfrm>
            <a:off x="1143000" y="1524000"/>
            <a:ext cx="3619500" cy="4411663"/>
          </a:xfrm>
        </p:spPr>
        <p:txBody>
          <a:bodyPr rtlCol="0"/>
          <a:lstStyle>
            <a:lvl1pPr marL="45720" indent="0">
              <a:buFontTx/>
              <a:buNone/>
              <a:defRPr sz="2800">
                <a:latin typeface="Arial" panose="020B0604020202020204" pitchFamily="34" charset="0"/>
              </a:defRPr>
            </a:lvl1pPr>
            <a:lvl2pPr>
              <a:defRPr sz="2400">
                <a:latin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</a:defRPr>
            </a:lvl4pPr>
            <a:lvl5pPr>
              <a:defRPr sz="1800">
                <a:latin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rtl="0"/>
            <a:r>
              <a:rPr lang="tr-TR"/>
              <a:t>Asıl metin stillerini düzenlemek için tıklayın</a:t>
            </a:r>
          </a:p>
          <a:p>
            <a:pPr lvl="1" rtl="0"/>
            <a:r>
              <a:rPr lang="tr-TR"/>
              <a:t>İkinci düzey</a:t>
            </a:r>
          </a:p>
          <a:p>
            <a:pPr lvl="2" rtl="0"/>
            <a:r>
              <a:rPr lang="tr-TR"/>
              <a:t>Üçüncü düzey</a:t>
            </a:r>
          </a:p>
          <a:p>
            <a:pPr lvl="3" rtl="0"/>
            <a:r>
              <a:rPr lang="tr-TR"/>
              <a:t>Dördüncü düzey</a:t>
            </a:r>
          </a:p>
          <a:p>
            <a:pPr lvl="4" rtl="0"/>
            <a:r>
              <a:rPr lang="tr-TR"/>
              <a:t>Beşinci düzey</a:t>
            </a:r>
            <a:endParaRPr lang="tr-TR" dirty="0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 hasCustomPrompt="1"/>
          </p:nvPr>
        </p:nvSpPr>
        <p:spPr>
          <a:xfrm>
            <a:off x="4914900" y="1524000"/>
            <a:ext cx="3619500" cy="4411663"/>
          </a:xfrm>
        </p:spPr>
        <p:txBody>
          <a:bodyPr rtlCol="0"/>
          <a:lstStyle>
            <a:lvl1pPr marL="45720" indent="0">
              <a:buFontTx/>
              <a:buNone/>
              <a:defRPr sz="2800">
                <a:latin typeface="Arial" panose="020B0604020202020204" pitchFamily="34" charset="0"/>
              </a:defRPr>
            </a:lvl1pPr>
            <a:lvl2pPr>
              <a:defRPr sz="2400">
                <a:latin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</a:defRPr>
            </a:lvl4pPr>
            <a:lvl5pPr>
              <a:defRPr sz="1800">
                <a:latin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rtl="0"/>
            <a:r>
              <a:rPr lang="tr-TR"/>
              <a:t>Asıl metin stillerini düzenlemek için tıklayın</a:t>
            </a:r>
          </a:p>
          <a:p>
            <a:pPr lvl="1" rtl="0"/>
            <a:r>
              <a:rPr lang="tr-TR"/>
              <a:t>İkinci düzey</a:t>
            </a:r>
          </a:p>
          <a:p>
            <a:pPr lvl="2" rtl="0"/>
            <a:r>
              <a:rPr lang="tr-TR"/>
              <a:t>Üçüncü düzey</a:t>
            </a:r>
          </a:p>
          <a:p>
            <a:pPr lvl="3" rtl="0"/>
            <a:r>
              <a:rPr lang="tr-TR"/>
              <a:t>Dördüncü düzey</a:t>
            </a:r>
          </a:p>
          <a:p>
            <a:pPr lvl="4" rtl="0"/>
            <a:r>
              <a:rPr lang="tr-TR"/>
              <a:t>Beşinci düzey</a:t>
            </a:r>
            <a:endParaRPr lang="tr-TR" dirty="0"/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838651B3-C06A-4DB8-9B86-EE9A06EB1686}" type="datetime1">
              <a:rPr lang="tr-TR" altLang="en-US" smtClean="0"/>
              <a:t>18.02.2025</a:t>
            </a:fld>
            <a:endParaRPr lang="tr-TR" altLang="en-US" dirty="0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tr-TR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0927AF89-6755-46F5-BBCF-E571D7F311A5}" type="slidenum">
              <a:rPr lang="tr-TR" altLang="en-US" smtClean="0"/>
              <a:pPr/>
              <a:t>‹#›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1037358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>
          <a:xfrm>
            <a:off x="457200" y="274638"/>
            <a:ext cx="8229600" cy="1143000"/>
          </a:xfrm>
        </p:spPr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 rtl="0"/>
            <a:r>
              <a:rPr lang="tr-TR"/>
              <a:t>Asıl başlık stilini düzenlemek için tıklayın</a:t>
            </a:r>
            <a:endParaRPr lang="tr-TR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rtlCol="0" anchor="b"/>
          <a:lstStyle>
            <a:lvl1pPr marL="0" indent="0">
              <a:buNone/>
              <a:defRPr sz="2400" b="1"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tr-TR"/>
              <a:t>Asıl metin stillerini düzenlemek için tıklayın</a:t>
            </a:r>
            <a:endParaRPr lang="tr-TR" dirty="0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 rtlCol="0"/>
          <a:lstStyle>
            <a:lvl1pPr marL="45720" indent="0">
              <a:buFontTx/>
              <a:buNone/>
              <a:defRPr sz="2400">
                <a:latin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</a:defRPr>
            </a:lvl2pPr>
            <a:lvl3pPr>
              <a:defRPr sz="1800">
                <a:latin typeface="Arial" panose="020B0604020202020204" pitchFamily="34" charset="0"/>
              </a:defRPr>
            </a:lvl3pPr>
            <a:lvl4pPr>
              <a:defRPr sz="1600">
                <a:latin typeface="Arial" panose="020B0604020202020204" pitchFamily="34" charset="0"/>
              </a:defRPr>
            </a:lvl4pPr>
            <a:lvl5pPr>
              <a:defRPr sz="1600">
                <a:latin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tr-TR"/>
              <a:t>Asıl metin stillerini düzenlemek için tıklayın</a:t>
            </a:r>
          </a:p>
          <a:p>
            <a:pPr lvl="1" rtl="0"/>
            <a:r>
              <a:rPr lang="tr-TR"/>
              <a:t>İkinci düzey</a:t>
            </a:r>
          </a:p>
          <a:p>
            <a:pPr lvl="2" rtl="0"/>
            <a:r>
              <a:rPr lang="tr-TR"/>
              <a:t>Üçüncü düzey</a:t>
            </a:r>
          </a:p>
          <a:p>
            <a:pPr lvl="3" rtl="0"/>
            <a:r>
              <a:rPr lang="tr-TR"/>
              <a:t>Dördüncü düzey</a:t>
            </a:r>
          </a:p>
          <a:p>
            <a:pPr lvl="4" rtl="0"/>
            <a:r>
              <a:rPr lang="tr-TR"/>
              <a:t>Beşinci düzey</a:t>
            </a:r>
            <a:endParaRPr lang="tr-TR" dirty="0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rtlCol="0" anchor="b"/>
          <a:lstStyle>
            <a:lvl1pPr marL="0" indent="0">
              <a:buNone/>
              <a:defRPr sz="2400" b="1"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tr-TR"/>
              <a:t>Asıl metin stillerini düzenlemek için tıklayın</a:t>
            </a:r>
            <a:endParaRPr lang="tr-TR" dirty="0"/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 rtlCol="0"/>
          <a:lstStyle>
            <a:lvl1pPr marL="45720" indent="0">
              <a:buFontTx/>
              <a:buNone/>
              <a:defRPr sz="2400">
                <a:latin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</a:defRPr>
            </a:lvl2pPr>
            <a:lvl3pPr>
              <a:defRPr sz="1800">
                <a:latin typeface="Arial" panose="020B0604020202020204" pitchFamily="34" charset="0"/>
              </a:defRPr>
            </a:lvl3pPr>
            <a:lvl4pPr>
              <a:defRPr sz="1600">
                <a:latin typeface="Arial" panose="020B0604020202020204" pitchFamily="34" charset="0"/>
              </a:defRPr>
            </a:lvl4pPr>
            <a:lvl5pPr>
              <a:defRPr sz="1600">
                <a:latin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tr-TR"/>
              <a:t>Asıl metin stillerini düzenlemek için tıklayın</a:t>
            </a:r>
          </a:p>
          <a:p>
            <a:pPr lvl="1" rtl="0"/>
            <a:r>
              <a:rPr lang="tr-TR"/>
              <a:t>İkinci düzey</a:t>
            </a:r>
          </a:p>
          <a:p>
            <a:pPr lvl="2" rtl="0"/>
            <a:r>
              <a:rPr lang="tr-TR"/>
              <a:t>Üçüncü düzey</a:t>
            </a:r>
          </a:p>
          <a:p>
            <a:pPr lvl="3" rtl="0"/>
            <a:r>
              <a:rPr lang="tr-TR"/>
              <a:t>Dördüncü düzey</a:t>
            </a:r>
          </a:p>
          <a:p>
            <a:pPr lvl="4" rtl="0"/>
            <a:r>
              <a:rPr lang="tr-TR"/>
              <a:t>Beşinci düzey</a:t>
            </a:r>
            <a:endParaRPr lang="tr-TR" dirty="0"/>
          </a:p>
        </p:txBody>
      </p:sp>
      <p:sp>
        <p:nvSpPr>
          <p:cNvPr id="7" name="Tarih Yer Tutucusu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A8342BDE-81B1-4706-BA40-C213250F8A97}" type="datetime1">
              <a:rPr lang="tr-TR" altLang="en-US" smtClean="0"/>
              <a:t>18.02.2025</a:t>
            </a:fld>
            <a:endParaRPr lang="tr-TR" altLang="en-US" dirty="0"/>
          </a:p>
        </p:txBody>
      </p:sp>
      <p:sp>
        <p:nvSpPr>
          <p:cNvPr id="8" name="Alt Bilgi Yer Tutucusu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tr-TR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F76BE3C0-1208-4260-82C3-0EB040027195}" type="slidenum">
              <a:rPr lang="tr-TR" altLang="en-US" smtClean="0"/>
              <a:pPr/>
              <a:t>‹#›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1393253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 rtl="0"/>
            <a:r>
              <a:rPr lang="tr-TR"/>
              <a:t>Asıl başlık stilini düzenlemek için tıklayın</a:t>
            </a:r>
            <a:endParaRPr lang="tr-TR" dirty="0"/>
          </a:p>
        </p:txBody>
      </p:sp>
      <p:sp>
        <p:nvSpPr>
          <p:cNvPr id="3" name="Tarih Yer Tutucusu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02BC3C9F-7E22-400E-8A2B-8FB0E30EB41F}" type="datetime1">
              <a:rPr lang="tr-TR" altLang="en-US" smtClean="0"/>
              <a:t>18.02.2025</a:t>
            </a:fld>
            <a:endParaRPr lang="tr-TR" altLang="en-US" dirty="0"/>
          </a:p>
        </p:txBody>
      </p:sp>
      <p:sp>
        <p:nvSpPr>
          <p:cNvPr id="4" name="Alt Bilgi Yer Tutucusu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tr-TR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D5F02DF6-5EF1-449D-8E8F-F40E7D2FCBCB}" type="slidenum">
              <a:rPr lang="tr-TR" altLang="en-US" smtClean="0"/>
              <a:pPr/>
              <a:t>‹#›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867368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rih Yer Tutucusu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5EE45D13-EAC8-40B6-9D8A-717416E4E6C9}" type="datetime1">
              <a:rPr lang="tr-TR" altLang="en-US" smtClean="0"/>
              <a:t>18.02.2025</a:t>
            </a:fld>
            <a:endParaRPr lang="tr-TR" altLang="en-US" dirty="0"/>
          </a:p>
        </p:txBody>
      </p:sp>
      <p:sp>
        <p:nvSpPr>
          <p:cNvPr id="3" name="Alt Bilgi Yer Tutucusu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tr-TR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AC3460AA-1533-4548-8781-A6D0EAE276D6}" type="slidenum">
              <a:rPr lang="tr-TR" altLang="en-US" smtClean="0"/>
              <a:pPr/>
              <a:t>‹#›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1251094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Resim Yazı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>
          <a:xfrm>
            <a:off x="457200" y="273050"/>
            <a:ext cx="3008313" cy="1162050"/>
          </a:xfrm>
        </p:spPr>
        <p:txBody>
          <a:bodyPr rtlCol="0"/>
          <a:lstStyle>
            <a:lvl1pPr algn="l">
              <a:defRPr sz="2000" b="1">
                <a:latin typeface="Arial" panose="020B0604020202020204" pitchFamily="34" charset="0"/>
              </a:defRPr>
            </a:lvl1pPr>
          </a:lstStyle>
          <a:p>
            <a:pPr rtl="0"/>
            <a:r>
              <a:rPr lang="tr-TR"/>
              <a:t>Asıl başlık stilini düzenlemek için tıklayın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 hasCustomPrompt="1"/>
          </p:nvPr>
        </p:nvSpPr>
        <p:spPr>
          <a:xfrm>
            <a:off x="3575050" y="273050"/>
            <a:ext cx="5111750" cy="5853113"/>
          </a:xfrm>
        </p:spPr>
        <p:txBody>
          <a:bodyPr rtlCol="0"/>
          <a:lstStyle>
            <a:lvl1pPr marL="45720" indent="0">
              <a:buFontTx/>
              <a:buNone/>
              <a:defRPr sz="3200">
                <a:latin typeface="Arial" panose="020B0604020202020204" pitchFamily="34" charset="0"/>
              </a:defRPr>
            </a:lvl1pPr>
            <a:lvl2pPr>
              <a:defRPr sz="2800">
                <a:latin typeface="Arial" panose="020B0604020202020204" pitchFamily="34" charset="0"/>
              </a:defRPr>
            </a:lvl2pPr>
            <a:lvl3pPr>
              <a:defRPr sz="2400">
                <a:latin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tr-TR"/>
              <a:t>Asıl metin stillerini düzenlemek için tıklayın</a:t>
            </a:r>
          </a:p>
          <a:p>
            <a:pPr lvl="1" rtl="0"/>
            <a:r>
              <a:rPr lang="tr-TR"/>
              <a:t>İkinci düzey</a:t>
            </a:r>
          </a:p>
          <a:p>
            <a:pPr lvl="2" rtl="0"/>
            <a:r>
              <a:rPr lang="tr-TR"/>
              <a:t>Üçüncü düzey</a:t>
            </a:r>
          </a:p>
          <a:p>
            <a:pPr lvl="3" rtl="0"/>
            <a:r>
              <a:rPr lang="tr-TR"/>
              <a:t>Dördüncü düzey</a:t>
            </a:r>
          </a:p>
          <a:p>
            <a:pPr lvl="4" rtl="0"/>
            <a:r>
              <a:rPr lang="tr-TR"/>
              <a:t>Beşinci düzey</a:t>
            </a:r>
            <a:endParaRPr lang="tr-TR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 hasCustomPrompt="1"/>
          </p:nvPr>
        </p:nvSpPr>
        <p:spPr>
          <a:xfrm>
            <a:off x="457200" y="1435100"/>
            <a:ext cx="3008313" cy="4691063"/>
          </a:xfrm>
        </p:spPr>
        <p:txBody>
          <a:bodyPr rtlCol="0"/>
          <a:lstStyle>
            <a:lvl1pPr marL="0" indent="0">
              <a:buNone/>
              <a:defRPr sz="1400">
                <a:latin typeface="Arial" panose="020B060402020202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tr-TR"/>
              <a:t>Asıl metin stillerini düzenlemek için tıklayın</a:t>
            </a:r>
            <a:endParaRPr lang="tr-TR" dirty="0"/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12130E0B-9CBE-4DBD-9C9C-6411A8276026}" type="datetime1">
              <a:rPr lang="tr-TR" altLang="en-US" smtClean="0"/>
              <a:t>18.02.2025</a:t>
            </a:fld>
            <a:endParaRPr lang="tr-TR" altLang="en-US" dirty="0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tr-TR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C6386842-FEC9-453F-B6F7-7C945F3A2D73}" type="slidenum">
              <a:rPr lang="tr-TR" altLang="en-US" smtClean="0"/>
              <a:pPr/>
              <a:t>‹#›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1530924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Resim Yazı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>
          <a:xfrm>
            <a:off x="1792288" y="4800600"/>
            <a:ext cx="5486400" cy="566738"/>
          </a:xfrm>
        </p:spPr>
        <p:txBody>
          <a:bodyPr rtlCol="0"/>
          <a:lstStyle>
            <a:lvl1pPr algn="l">
              <a:defRPr sz="2000" b="1">
                <a:latin typeface="Arial" panose="020B0604020202020204" pitchFamily="34" charset="0"/>
              </a:defRPr>
            </a:lvl1pPr>
          </a:lstStyle>
          <a:p>
            <a:pPr rtl="0"/>
            <a:r>
              <a:rPr lang="tr-TR"/>
              <a:t>Asıl başlık stilini düzenlemek için tıklayın</a:t>
            </a:r>
            <a:endParaRPr lang="tr-TR" dirty="0"/>
          </a:p>
        </p:txBody>
      </p:sp>
      <p:sp>
        <p:nvSpPr>
          <p:cNvPr id="3" name="Resim Yer Tutucusu 2" descr="Resim eklemek için boş yer tutucu. Yer tutucuya tıklayın ve eklemek istediğiniz resmi seçin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</p:spPr>
        <p:txBody>
          <a:bodyPr rtlCol="0"/>
          <a:lstStyle>
            <a:lvl1pPr marL="0" indent="0">
              <a:buNone/>
              <a:defRPr sz="3200">
                <a:latin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tr-TR"/>
              <a:t>Resim eklemek için simgeye tıklayın</a:t>
            </a:r>
            <a:endParaRPr lang="tr-TR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 hasCustomPrompt="1"/>
          </p:nvPr>
        </p:nvSpPr>
        <p:spPr>
          <a:xfrm>
            <a:off x="1792288" y="5367338"/>
            <a:ext cx="5486400" cy="804862"/>
          </a:xfrm>
        </p:spPr>
        <p:txBody>
          <a:bodyPr rtlCol="0"/>
          <a:lstStyle>
            <a:lvl1pPr marL="0" indent="0">
              <a:buNone/>
              <a:defRPr sz="1400">
                <a:latin typeface="Arial" panose="020B060402020202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tr-TR"/>
              <a:t>Asıl metin stillerini düzenlemek için tıklayın</a:t>
            </a:r>
            <a:endParaRPr lang="tr-TR" dirty="0"/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FD45A49D-D59C-4043-BFE4-3F91EBD2EAE0}" type="datetime1">
              <a:rPr lang="tr-TR" altLang="en-US" smtClean="0"/>
              <a:t>18.02.2025</a:t>
            </a:fld>
            <a:endParaRPr lang="tr-TR" altLang="en-US" dirty="0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tr-TR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E96DA581-ADE3-4A40-91CB-711A776CAC29}" type="slidenum">
              <a:rPr lang="tr-TR" altLang="en-US" smtClean="0"/>
              <a:pPr/>
              <a:t>‹#›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2911566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 rtl="0"/>
            <a:r>
              <a:rPr lang="tr-TR"/>
              <a:t>Asıl başlık stilini düzenlemek için tıklayın</a:t>
            </a:r>
            <a:endParaRPr lang="tr-TR" dirty="0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>
            <a:lvl1pPr marL="45720" indent="0">
              <a:buFontTx/>
              <a:buNone/>
              <a:defRPr>
                <a:latin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</a:defRPr>
            </a:lvl5pPr>
          </a:lstStyle>
          <a:p>
            <a:pPr lvl="0" rtl="0"/>
            <a:r>
              <a:rPr lang="tr-TR"/>
              <a:t>Asıl metin stillerini düzenlemek için tıklayın</a:t>
            </a:r>
          </a:p>
          <a:p>
            <a:pPr lvl="1" rtl="0"/>
            <a:r>
              <a:rPr lang="tr-TR"/>
              <a:t>İkinci düzey</a:t>
            </a:r>
          </a:p>
          <a:p>
            <a:pPr lvl="2" rtl="0"/>
            <a:r>
              <a:rPr lang="tr-TR"/>
              <a:t>Üçüncü düzey</a:t>
            </a:r>
          </a:p>
          <a:p>
            <a:pPr lvl="3" rtl="0"/>
            <a:r>
              <a:rPr lang="tr-TR"/>
              <a:t>Dördüncü düzey</a:t>
            </a:r>
          </a:p>
          <a:p>
            <a:pPr lvl="4" rtl="0"/>
            <a:r>
              <a:rPr lang="tr-TR"/>
              <a:t>Beşinci düzey</a:t>
            </a:r>
            <a:endParaRPr lang="tr-TR" dirty="0"/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06C70543-142E-47BD-9F7A-114C2D10A1C1}" type="datetime1">
              <a:rPr lang="tr-TR" altLang="en-US" smtClean="0"/>
              <a:t>18.02.2025</a:t>
            </a:fld>
            <a:endParaRPr lang="tr-TR" altLang="en-US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tr-TR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872E90EB-6CA4-453F-8712-C339590DE034}" type="slidenum">
              <a:rPr lang="tr-TR" altLang="en-US" smtClean="0"/>
              <a:pPr/>
              <a:t>‹#›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4113127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 hasCustomPrompt="1"/>
          </p:nvPr>
        </p:nvSpPr>
        <p:spPr>
          <a:xfrm>
            <a:off x="6457950" y="228600"/>
            <a:ext cx="2076450" cy="5707063"/>
          </a:xfrm>
        </p:spPr>
        <p:txBody>
          <a:bodyPr vert="eaVert"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 rtl="0"/>
            <a:r>
              <a:rPr lang="tr-TR"/>
              <a:t>Asıl başlık stilini düzenlemek için tıklayın</a:t>
            </a:r>
            <a:endParaRPr lang="tr-TR" dirty="0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 hasCustomPrompt="1"/>
          </p:nvPr>
        </p:nvSpPr>
        <p:spPr>
          <a:xfrm>
            <a:off x="228600" y="228600"/>
            <a:ext cx="6076950" cy="5707063"/>
          </a:xfrm>
        </p:spPr>
        <p:txBody>
          <a:bodyPr vert="eaVert" rtlCol="0"/>
          <a:lstStyle>
            <a:lvl1pPr marL="45720" indent="0">
              <a:buFontTx/>
              <a:buNone/>
              <a:defRPr>
                <a:latin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</a:defRPr>
            </a:lvl5pPr>
          </a:lstStyle>
          <a:p>
            <a:pPr lvl="0" rtl="0"/>
            <a:r>
              <a:rPr lang="tr-TR"/>
              <a:t>Asıl metin stillerini düzenlemek için tıklayın</a:t>
            </a:r>
          </a:p>
          <a:p>
            <a:pPr lvl="1" rtl="0"/>
            <a:r>
              <a:rPr lang="tr-TR"/>
              <a:t>İkinci düzey</a:t>
            </a:r>
          </a:p>
          <a:p>
            <a:pPr lvl="2" rtl="0"/>
            <a:r>
              <a:rPr lang="tr-TR"/>
              <a:t>Üçüncü düzey</a:t>
            </a:r>
          </a:p>
          <a:p>
            <a:pPr lvl="3" rtl="0"/>
            <a:r>
              <a:rPr lang="tr-TR"/>
              <a:t>Dördüncü düzey</a:t>
            </a:r>
          </a:p>
          <a:p>
            <a:pPr lvl="4" rtl="0"/>
            <a:r>
              <a:rPr lang="tr-TR"/>
              <a:t>Beşinci düzey</a:t>
            </a:r>
            <a:endParaRPr lang="tr-TR" dirty="0"/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4038A33F-6BB9-4C64-B05E-81B73C45F6B7}" type="datetime1">
              <a:rPr lang="tr-TR" altLang="en-US" smtClean="0"/>
              <a:t>18.02.2025</a:t>
            </a:fld>
            <a:endParaRPr lang="tr-TR" altLang="en-US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tr-TR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26D251BA-4196-46F7-BF5E-DE37F6712AD1}" type="slidenum">
              <a:rPr lang="tr-TR" altLang="en-US" smtClean="0"/>
              <a:pPr/>
              <a:t>‹#›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325170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Çizgi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tlCol="0"/>
          <a:lstStyle/>
          <a:p>
            <a:pPr rtl="0"/>
            <a:endParaRPr lang="tr-TR" dirty="0">
              <a:latin typeface="Arial" panose="020B0604020202020204" pitchFamily="34" charset="0"/>
            </a:endParaRPr>
          </a:p>
        </p:txBody>
      </p:sp>
      <p:grpSp>
        <p:nvGrpSpPr>
          <p:cNvPr id="46088" name="Gr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46089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090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091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092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093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094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095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096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097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098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099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00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01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02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03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04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05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06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07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08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09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10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11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12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13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14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15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16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17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18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19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</p:grpSp>
      <p:sp>
        <p:nvSpPr>
          <p:cNvPr id="46083" name="Başlık Yer Tutucusu 1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228600"/>
            <a:ext cx="76962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</a:bodyPr>
          <a:lstStyle/>
          <a:p>
            <a:pPr lvl="0" rtl="0"/>
            <a:r>
              <a:rPr lang="tr-TR"/>
              <a:t>Asıl başlık stilini düzenlemek için tıklayın</a:t>
            </a:r>
            <a:endParaRPr lang="tr-TR" dirty="0"/>
          </a:p>
        </p:txBody>
      </p:sp>
      <p:sp>
        <p:nvSpPr>
          <p:cNvPr id="46084" name="Metin Yer Tutucusu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43000" y="1524000"/>
            <a:ext cx="7391400" cy="4411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lvl="0" rtl="0"/>
            <a:r>
              <a:rPr lang="tr-TR"/>
              <a:t>Asıl metin stillerini düzenlemek için tıklayın</a:t>
            </a:r>
          </a:p>
          <a:p>
            <a:pPr lvl="1" rtl="0"/>
            <a:r>
              <a:rPr lang="tr-TR"/>
              <a:t>İkinci düzey</a:t>
            </a:r>
          </a:p>
          <a:p>
            <a:pPr lvl="2" rtl="0"/>
            <a:r>
              <a:rPr lang="tr-TR"/>
              <a:t>Üçüncü düzey</a:t>
            </a:r>
          </a:p>
          <a:p>
            <a:pPr lvl="3" rtl="0"/>
            <a:r>
              <a:rPr lang="tr-TR"/>
              <a:t>Dördüncü düzey</a:t>
            </a:r>
          </a:p>
          <a:p>
            <a:pPr lvl="4" rtl="0"/>
            <a:r>
              <a:rPr lang="tr-TR"/>
              <a:t>Beşinci düzey</a:t>
            </a:r>
          </a:p>
          <a:p>
            <a:pPr lvl="8" rtl="0"/>
            <a:endParaRPr lang="tr-TR" altLang="en-US"/>
          </a:p>
          <a:p>
            <a:pPr lvl="8" rtl="0"/>
            <a:endParaRPr lang="tr-TR" altLang="en-US" dirty="0"/>
          </a:p>
        </p:txBody>
      </p:sp>
      <p:sp>
        <p:nvSpPr>
          <p:cNvPr id="46085" name="Tarih Yer Tutucusu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000">
                <a:latin typeface="Arial" panose="020B0604020202020204" pitchFamily="34" charset="0"/>
              </a:defRPr>
            </a:lvl1pPr>
          </a:lstStyle>
          <a:p>
            <a:fld id="{322246E8-490E-476E-B1A5-1D98C583C7E1}" type="datetime1">
              <a:rPr lang="tr-TR" altLang="en-US" smtClean="0"/>
              <a:t>18.02.2025</a:t>
            </a:fld>
            <a:endParaRPr lang="tr-TR" altLang="en-US" dirty="0"/>
          </a:p>
        </p:txBody>
      </p:sp>
      <p:sp>
        <p:nvSpPr>
          <p:cNvPr id="46086" name="Alt Bilgi Yer Tutucusu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ClrTx/>
              <a:buSzTx/>
              <a:buFontTx/>
              <a:buNone/>
              <a:defRPr sz="1000">
                <a:latin typeface="Arial" panose="020B0604020202020204" pitchFamily="34" charset="0"/>
              </a:defRPr>
            </a:lvl1pPr>
          </a:lstStyle>
          <a:p>
            <a:r>
              <a:rPr lang="tr-TR" smtClean="0"/>
              <a:t>BM201 Görsel Programlamaya Giriş - Dr. Öğr. Üyesi Ali Şenol</a:t>
            </a:r>
            <a:endParaRPr lang="tr-TR" dirty="0"/>
          </a:p>
        </p:txBody>
      </p:sp>
      <p:sp>
        <p:nvSpPr>
          <p:cNvPr id="46087" name="Slayt Numarası Yer Tutucusu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000">
                <a:latin typeface="Arial" panose="020B0604020202020204" pitchFamily="34" charset="0"/>
              </a:defRPr>
            </a:lvl1pPr>
          </a:lstStyle>
          <a:p>
            <a:fld id="{D7E5119E-5338-4B55-81DC-57EAC9440FD0}" type="slidenum">
              <a:rPr lang="tr-TR" altLang="en-US" smtClean="0"/>
              <a:pPr/>
              <a:t>‹#›</a:t>
            </a:fld>
            <a:endParaRPr lang="tr-T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9pPr>
    </p:titleStyle>
    <p:bodyStyle>
      <a:lvl1pPr marL="45720" indent="0" algn="l" rtl="0" eaLnBrk="1" fontAlgn="base" hangingPunct="1">
        <a:spcBef>
          <a:spcPct val="25000"/>
        </a:spcBef>
        <a:spcAft>
          <a:spcPct val="0"/>
        </a:spcAft>
        <a:buClr>
          <a:schemeClr val="tx2"/>
        </a:buClr>
        <a:buSzPct val="120000"/>
        <a:buFontTx/>
        <a:buNone/>
        <a:defRPr sz="27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692150" indent="-347663" algn="l" rtl="0" eaLnBrk="1" fontAlgn="base" hangingPunct="1">
        <a:spcBef>
          <a:spcPct val="0"/>
        </a:spcBef>
        <a:spcAft>
          <a:spcPct val="25000"/>
        </a:spcAft>
        <a:buClr>
          <a:schemeClr val="accent2">
            <a:lumMod val="75000"/>
          </a:schemeClr>
        </a:buClr>
        <a:buSzPct val="55000"/>
        <a:buFont typeface="Wingdings" pitchFamily="2" charset="2"/>
        <a:buChar char="l"/>
        <a:defRPr sz="2400">
          <a:solidFill>
            <a:schemeClr val="tx1"/>
          </a:solidFill>
          <a:latin typeface="Arial" panose="020B0604020202020204" pitchFamily="34" charset="0"/>
        </a:defRPr>
      </a:lvl2pPr>
      <a:lvl3pPr marL="987425" indent="-293688" algn="l" rtl="0" eaLnBrk="1" fontAlgn="base" hangingPunct="1">
        <a:spcBef>
          <a:spcPct val="0"/>
        </a:spcBef>
        <a:spcAft>
          <a:spcPct val="25000"/>
        </a:spcAft>
        <a:buClr>
          <a:schemeClr val="accent1">
            <a:lumMod val="50000"/>
          </a:schemeClr>
        </a:buClr>
        <a:buSzPct val="50000"/>
        <a:buFont typeface="Wingdings" pitchFamily="2" charset="2"/>
        <a:buChar char="l"/>
        <a:defRPr sz="2200">
          <a:solidFill>
            <a:schemeClr val="tx1"/>
          </a:solidFill>
          <a:latin typeface="Arial" panose="020B0604020202020204" pitchFamily="34" charset="0"/>
        </a:defRPr>
      </a:lvl3pPr>
      <a:lvl4pPr marL="1281113" indent="-292100" algn="l" rtl="0" eaLnBrk="1" fontAlgn="base" hangingPunct="1">
        <a:spcBef>
          <a:spcPct val="20000"/>
        </a:spcBef>
        <a:spcAft>
          <a:spcPct val="0"/>
        </a:spcAft>
        <a:buClr>
          <a:schemeClr val="tx2">
            <a:lumMod val="75000"/>
          </a:schemeClr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Arial" panose="020B0604020202020204" pitchFamily="34" charset="0"/>
        </a:defRPr>
      </a:lvl4pPr>
      <a:lvl5pPr marL="1598613" indent="-315913" algn="l" rtl="0" eaLnBrk="1" fontAlgn="base" hangingPunct="1">
        <a:spcBef>
          <a:spcPct val="20000"/>
        </a:spcBef>
        <a:spcAft>
          <a:spcPct val="0"/>
        </a:spcAft>
        <a:buClr>
          <a:schemeClr val="accent3">
            <a:lumMod val="50000"/>
          </a:schemeClr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Arial" panose="020B0604020202020204" pitchFamily="34" charset="0"/>
        </a:defRPr>
      </a:lvl5pPr>
      <a:lvl6pPr marL="1920240" indent="-315913" algn="l" rtl="0" eaLnBrk="1" fontAlgn="base" hangingPunct="1">
        <a:spcBef>
          <a:spcPct val="20000"/>
        </a:spcBef>
        <a:spcAft>
          <a:spcPct val="0"/>
        </a:spcAft>
        <a:buClr>
          <a:schemeClr val="accent6">
            <a:lumMod val="50000"/>
          </a:schemeClr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240280" indent="-315913" algn="l" rtl="0" eaLnBrk="1" fontAlgn="base" hangingPunct="1">
        <a:spcBef>
          <a:spcPct val="20000"/>
        </a:spcBef>
        <a:spcAft>
          <a:spcPct val="0"/>
        </a:spcAft>
        <a:buClr>
          <a:schemeClr val="accent2">
            <a:lumMod val="50000"/>
          </a:schemeClr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651760" indent="-315913" algn="l" rtl="0" eaLnBrk="1" fontAlgn="base" hangingPunct="1">
        <a:spcBef>
          <a:spcPct val="20000"/>
        </a:spcBef>
        <a:spcAft>
          <a:spcPct val="0"/>
        </a:spcAft>
        <a:buClr>
          <a:schemeClr val="bg2">
            <a:lumMod val="75000"/>
          </a:schemeClr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108960" indent="-315913" algn="l" rtl="0" eaLnBrk="1" fontAlgn="base" hangingPunct="1">
        <a:spcBef>
          <a:spcPct val="20000"/>
        </a:spcBef>
        <a:spcAft>
          <a:spcPct val="0"/>
        </a:spcAft>
        <a:buClr>
          <a:schemeClr val="accent2">
            <a:lumMod val="50000"/>
          </a:schemeClr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şlık 3">
            <a:extLst>
              <a:ext uri="{FF2B5EF4-FFF2-40B4-BE49-F238E27FC236}">
                <a16:creationId xmlns:a16="http://schemas.microsoft.com/office/drawing/2014/main" id="{70486D98-0B9B-4C4E-A25F-64BA4C5DBB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tr-T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BM201</a:t>
            </a:r>
            <a:r>
              <a:rPr lang="tr-TR" dirty="0" smtClean="0">
                <a:latin typeface="Arial" panose="020B0604020202020204" pitchFamily="34" charset="0"/>
              </a:rPr>
              <a:t/>
            </a:r>
            <a:br>
              <a:rPr lang="tr-TR" dirty="0" smtClean="0">
                <a:latin typeface="Arial" panose="020B0604020202020204" pitchFamily="34" charset="0"/>
              </a:rPr>
            </a:br>
            <a:r>
              <a:rPr lang="tr-TR" dirty="0" smtClean="0"/>
              <a:t>Görsel </a:t>
            </a:r>
            <a:br>
              <a:rPr lang="tr-TR" dirty="0" smtClean="0"/>
            </a:br>
            <a:r>
              <a:rPr lang="tr-TR" dirty="0" smtClean="0"/>
              <a:t>Programlamaya Giriş</a:t>
            </a:r>
            <a:endParaRPr lang="tr-TR" dirty="0">
              <a:latin typeface="Arial" panose="020B0604020202020204" pitchFamily="34" charset="0"/>
            </a:endParaRPr>
          </a:p>
        </p:txBody>
      </p:sp>
      <p:sp>
        <p:nvSpPr>
          <p:cNvPr id="5" name="Alt Başlık 4">
            <a:extLst>
              <a:ext uri="{FF2B5EF4-FFF2-40B4-BE49-F238E27FC236}">
                <a16:creationId xmlns:a16="http://schemas.microsoft.com/office/drawing/2014/main" id="{D655BBED-E65C-4B70-99E3-9318D4F249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9313" y="3049588"/>
            <a:ext cx="6248400" cy="3259732"/>
          </a:xfrm>
        </p:spPr>
        <p:txBody>
          <a:bodyPr rtlCol="0"/>
          <a:lstStyle/>
          <a:p>
            <a:r>
              <a:rPr lang="tr-TR" b="1" dirty="0" err="1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Chapter</a:t>
            </a:r>
            <a:r>
              <a:rPr lang="tr-TR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4</a:t>
            </a:r>
            <a:r>
              <a:rPr lang="tr-TR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:</a:t>
            </a:r>
            <a:r>
              <a:rPr lang="tr-TR" dirty="0" smtClean="0">
                <a:latin typeface="Arial" panose="020B0604020202020204" pitchFamily="34" charset="0"/>
              </a:rPr>
              <a:t> </a:t>
            </a:r>
            <a:r>
              <a:rPr lang="tr-T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Metotlar</a:t>
            </a:r>
          </a:p>
          <a:p>
            <a:endParaRPr lang="tr-TR" dirty="0" smtClean="0">
              <a:latin typeface="Arial" panose="020B0604020202020204" pitchFamily="34" charset="0"/>
            </a:endParaRPr>
          </a:p>
          <a:p>
            <a:endParaRPr lang="tr-TR" sz="2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aettenschweiler" panose="020B0706040902060204" pitchFamily="34" charset="0"/>
            </a:endParaRPr>
          </a:p>
          <a:p>
            <a:r>
              <a:rPr lang="tr-TR" sz="2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ettenschweiler" panose="020B0706040902060204" pitchFamily="34" charset="0"/>
              </a:rPr>
              <a:t>Doç.Dr</a:t>
            </a:r>
            <a:r>
              <a:rPr lang="tr-TR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ettenschweiler" panose="020B0706040902060204" pitchFamily="34" charset="0"/>
              </a:rPr>
              <a:t>. Cemal </a:t>
            </a:r>
            <a:r>
              <a:rPr lang="tr-TR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ettenschweiler" panose="020B0706040902060204" pitchFamily="34" charset="0"/>
              </a:rPr>
              <a:t>AKTÜRK</a:t>
            </a:r>
            <a:endParaRPr lang="tr-TR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aettenschweiler" panose="020B0706040902060204" pitchFamily="34" charset="0"/>
            </a:endParaRPr>
          </a:p>
          <a:p>
            <a:r>
              <a:rPr lang="tr-TR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ettenschweiler" panose="020B0706040902060204" pitchFamily="34" charset="0"/>
              </a:rPr>
              <a:t>Bilgisayar Mühendisliği Bölümü</a:t>
            </a:r>
          </a:p>
          <a:p>
            <a:r>
              <a:rPr lang="tr-TR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ettenschweiler" panose="020B0706040902060204" pitchFamily="34" charset="0"/>
              </a:rPr>
              <a:t>GİBTÜ</a:t>
            </a:r>
          </a:p>
        </p:txBody>
      </p:sp>
      <p:pic>
        <p:nvPicPr>
          <p:cNvPr id="6" name="Picture 2" descr="Gaziantep İslam Bilim ve Teknoloji Üniversites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312" y="1196752"/>
            <a:ext cx="1512168" cy="1512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9484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CE83800-1E6B-4A93-87D3-3D70E59B3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Amaç</a:t>
            </a:r>
            <a:endParaRPr lang="tr-TR" dirty="0">
              <a:latin typeface="Arial" panose="020B0604020202020204" pitchFamily="34" charset="0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38AFC74-2DAB-4FF2-A66B-288CACB8B8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24000"/>
            <a:ext cx="7391400" cy="5073352"/>
          </a:xfrm>
        </p:spPr>
        <p:txBody>
          <a:bodyPr rtlCol="0">
            <a:normAutofit/>
          </a:bodyPr>
          <a:lstStyle/>
          <a:p>
            <a:pPr marL="502920" indent="-457200">
              <a:buFont typeface="Arial" panose="020B0604020202020204" pitchFamily="34" charset="0"/>
              <a:buChar char="•"/>
            </a:pPr>
            <a:r>
              <a:rPr lang="tr-TR" dirty="0" smtClean="0"/>
              <a:t>Programları metot denilen daha küçük parçalara ayırmayı öğrenme</a:t>
            </a:r>
          </a:p>
          <a:p>
            <a:pPr marL="502920" indent="-457200">
              <a:buFont typeface="Arial" panose="020B0604020202020204" pitchFamily="34" charset="0"/>
              <a:buChar char="•"/>
            </a:pPr>
            <a:r>
              <a:rPr lang="tr-TR" dirty="0" smtClean="0"/>
              <a:t>Yeni metotlar oluşturma</a:t>
            </a:r>
          </a:p>
          <a:p>
            <a:pPr marL="502920" indent="-457200">
              <a:buFont typeface="Arial" panose="020B0604020202020204" pitchFamily="34" charset="0"/>
              <a:buChar char="•"/>
            </a:pPr>
            <a:r>
              <a:rPr lang="tr-TR" dirty="0" smtClean="0"/>
              <a:t>Metotlar arasında veri alışverişi konseptini anlama</a:t>
            </a:r>
          </a:p>
          <a:p>
            <a:pPr marL="502920" indent="-457200">
              <a:buFont typeface="Arial" panose="020B0604020202020204" pitchFamily="34" charset="0"/>
              <a:buChar char="•"/>
            </a:pPr>
            <a:r>
              <a:rPr lang="tr-TR" dirty="0" smtClean="0"/>
              <a:t>Metotların kullanımını, çağrılmasını ve kullanılmasını öğrenme</a:t>
            </a:r>
          </a:p>
          <a:p>
            <a:pPr marL="502920" indent="-457200">
              <a:buFont typeface="Arial" panose="020B0604020202020204" pitchFamily="34" charset="0"/>
              <a:buChar char="•"/>
            </a:pPr>
            <a:r>
              <a:rPr lang="tr-TR" dirty="0" smtClean="0"/>
              <a:t>Metot çeşitlerini ve özelliklerini öğrenme</a:t>
            </a:r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tr-TR" altLang="en-US" dirty="0" smtClean="0"/>
          </a:p>
          <a:p>
            <a:endParaRPr lang="tr-TR" altLang="en-US" dirty="0"/>
          </a:p>
          <a:p>
            <a:fld id="{71C6F290-D301-4864-9490-340EF11588D9}" type="slidenum">
              <a:rPr lang="tr-TR" altLang="en-US" smtClean="0"/>
              <a:pPr/>
              <a:t>2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3733441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Metotlar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02920" indent="-457200">
              <a:buFont typeface="Arial" panose="020B0604020202020204" pitchFamily="34" charset="0"/>
              <a:buChar char="•"/>
            </a:pPr>
            <a:r>
              <a:rPr lang="tr-TR" dirty="0" smtClean="0"/>
              <a:t>Metotlar genelde; </a:t>
            </a:r>
          </a:p>
          <a:p>
            <a:pPr marL="1149350" lvl="1" indent="-457200">
              <a:buFont typeface="Arial" panose="020B0604020202020204" pitchFamily="34" charset="0"/>
              <a:buChar char="•"/>
            </a:pPr>
            <a:r>
              <a:rPr lang="tr-T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geriye değer döndüren, </a:t>
            </a:r>
            <a:r>
              <a:rPr lang="tr-TR" dirty="0" smtClean="0"/>
              <a:t> </a:t>
            </a:r>
          </a:p>
          <a:p>
            <a:pPr marL="1149350" lvl="1" indent="-457200">
              <a:buFont typeface="Arial" panose="020B0604020202020204" pitchFamily="34" charset="0"/>
              <a:buChar char="•"/>
            </a:pPr>
            <a:r>
              <a:rPr lang="tr-T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geriye </a:t>
            </a:r>
            <a:r>
              <a:rPr lang="tr-T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değer döndürmeyen </a:t>
            </a:r>
            <a:endParaRPr lang="tr-TR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 indent="0">
              <a:buNone/>
            </a:pPr>
            <a:r>
              <a:rPr lang="tr-TR" dirty="0" smtClean="0"/>
              <a:t>olarak ikiye ayrılır.</a:t>
            </a:r>
          </a:p>
          <a:p>
            <a:pPr lvl="1" indent="0">
              <a:buNone/>
            </a:pPr>
            <a:endParaRPr lang="tr-TR" dirty="0" smtClean="0"/>
          </a:p>
          <a:p>
            <a:pPr lvl="1" indent="0">
              <a:buNone/>
            </a:pPr>
            <a:r>
              <a:rPr lang="tr-TR" dirty="0" smtClean="0"/>
              <a:t>Metotlar tanımlarına göre</a:t>
            </a:r>
            <a:endParaRPr lang="tr-TR" dirty="0"/>
          </a:p>
          <a:p>
            <a:pPr marL="1149350" lvl="1" indent="-457200">
              <a:buFont typeface="+mj-lt"/>
              <a:buAutoNum type="arabicPeriod"/>
            </a:pPr>
            <a:r>
              <a:rPr lang="tr-TR" dirty="0" smtClean="0"/>
              <a:t>Sistem tanımlı metotlar</a:t>
            </a:r>
          </a:p>
          <a:p>
            <a:pPr marL="1149350" lvl="1" indent="-457200">
              <a:buFont typeface="+mj-lt"/>
              <a:buAutoNum type="arabicPeriod"/>
            </a:pPr>
            <a:r>
              <a:rPr lang="tr-TR" dirty="0" smtClean="0"/>
              <a:t>Kullanıcı tanımlı metotlar</a:t>
            </a:r>
          </a:p>
          <a:p>
            <a:pPr marL="502920" indent="-457200">
              <a:buFont typeface="Arial" panose="020B0604020202020204" pitchFamily="34" charset="0"/>
              <a:buChar char="•"/>
            </a:pPr>
            <a:endParaRPr lang="tr-TR" dirty="0" smtClean="0"/>
          </a:p>
          <a:p>
            <a:pPr marL="502920" indent="-457200">
              <a:buFont typeface="Arial" panose="020B0604020202020204" pitchFamily="34" charset="0"/>
              <a:buChar char="•"/>
            </a:pPr>
            <a:endParaRPr lang="tr-TR" dirty="0" smtClean="0"/>
          </a:p>
          <a:p>
            <a:pPr marL="502920" indent="-457200">
              <a:buFont typeface="Arial" panose="020B0604020202020204" pitchFamily="34" charset="0"/>
              <a:buChar char="•"/>
            </a:pPr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F290-D301-4864-9490-340EF11588D9}" type="slidenum">
              <a:rPr lang="tr-TR" altLang="en-US" smtClean="0"/>
              <a:pPr/>
              <a:t>3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4014809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Sistem Tanımlı Metotlar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395536" y="1524000"/>
            <a:ext cx="8138864" cy="4411663"/>
          </a:xfrm>
        </p:spPr>
        <p:txBody>
          <a:bodyPr>
            <a:normAutofit/>
          </a:bodyPr>
          <a:lstStyle/>
          <a:p>
            <a:pPr marL="502920" indent="-457200">
              <a:buFont typeface="Arial" panose="020B0604020202020204" pitchFamily="34" charset="0"/>
              <a:buChar char="•"/>
            </a:pPr>
            <a:r>
              <a:rPr lang="tr-TR" dirty="0" smtClean="0"/>
              <a:t>Sistem tarafından üretilmiş olan sınıflara ait metotlardır.</a:t>
            </a:r>
          </a:p>
          <a:p>
            <a:pPr marL="502920" indent="-457200">
              <a:buFont typeface="Arial" panose="020B0604020202020204" pitchFamily="34" charset="0"/>
              <a:buChar char="•"/>
            </a:pPr>
            <a:r>
              <a:rPr lang="tr-TR" dirty="0" smtClean="0"/>
              <a:t>Kullanımı belirlidir. Bunun dışına çıkılamaz.</a:t>
            </a:r>
          </a:p>
          <a:p>
            <a:pPr marL="502920" indent="-457200">
              <a:buFont typeface="Arial" panose="020B0604020202020204" pitchFamily="34" charset="0"/>
              <a:buChar char="•"/>
            </a:pPr>
            <a:r>
              <a:rPr lang="tr-TR" dirty="0" smtClean="0"/>
              <a:t>Çok sayıda sistem tanımlı sınıf ve bunlara ait metotlar vardır.</a:t>
            </a:r>
          </a:p>
          <a:p>
            <a:pPr marL="1149350" lvl="1" indent="-457200">
              <a:buFont typeface="Arial" panose="020B0604020202020204" pitchFamily="34" charset="0"/>
              <a:buChar char="•"/>
            </a:pPr>
            <a:r>
              <a:rPr lang="tr-TR" dirty="0" smtClean="0"/>
              <a:t>Math, Console,  </a:t>
            </a:r>
            <a:r>
              <a:rPr lang="tr-TR" dirty="0" err="1" smtClean="0"/>
              <a:t>Random</a:t>
            </a:r>
            <a:r>
              <a:rPr lang="tr-TR" dirty="0" smtClean="0"/>
              <a:t>, </a:t>
            </a:r>
            <a:r>
              <a:rPr lang="tr-TR" dirty="0" err="1" smtClean="0"/>
              <a:t>Array</a:t>
            </a:r>
            <a:r>
              <a:rPr lang="tr-TR" dirty="0" smtClean="0"/>
              <a:t>, </a:t>
            </a:r>
            <a:r>
              <a:rPr lang="tr-TR" dirty="0" err="1" smtClean="0"/>
              <a:t>String</a:t>
            </a:r>
            <a:r>
              <a:rPr lang="tr-TR" dirty="0" smtClean="0"/>
              <a:t>, </a:t>
            </a:r>
            <a:r>
              <a:rPr lang="tr-TR" dirty="0" err="1" smtClean="0"/>
              <a:t>Convert</a:t>
            </a:r>
            <a:r>
              <a:rPr lang="tr-TR" dirty="0" smtClean="0"/>
              <a:t>…</a:t>
            </a:r>
          </a:p>
          <a:p>
            <a:endParaRPr lang="tr-TR" dirty="0" smtClean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F290-D301-4864-9490-340EF11588D9}" type="slidenum">
              <a:rPr lang="tr-TR" altLang="en-US" smtClean="0"/>
              <a:pPr/>
              <a:t>4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3442939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Sistem Tanımlı Metotlar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395536" y="1524000"/>
            <a:ext cx="8138864" cy="4411663"/>
          </a:xfrm>
        </p:spPr>
        <p:txBody>
          <a:bodyPr>
            <a:normAutofit/>
          </a:bodyPr>
          <a:lstStyle/>
          <a:p>
            <a:r>
              <a:rPr lang="tr-TR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ÖR: </a:t>
            </a:r>
            <a:r>
              <a:rPr lang="tr-TR" sz="2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Math</a:t>
            </a:r>
            <a:r>
              <a:rPr lang="tr-TR" sz="2400" dirty="0" smtClean="0"/>
              <a:t> </a:t>
            </a:r>
            <a:r>
              <a:rPr lang="tr-TR" sz="2400" dirty="0"/>
              <a:t>Class Metodu</a:t>
            </a:r>
          </a:p>
          <a:p>
            <a:r>
              <a:rPr lang="tr-TR" sz="2400" dirty="0" smtClean="0"/>
              <a:t>Matematiksel işlemleri yapmak için geliştirilmiş bir sınıftır.</a:t>
            </a:r>
          </a:p>
          <a:p>
            <a:r>
              <a:rPr lang="tr-TR" sz="2400" dirty="0" smtClean="0"/>
              <a:t>Bazıları;</a:t>
            </a:r>
          </a:p>
          <a:p>
            <a:endParaRPr lang="tr-TR" dirty="0" smtClean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F290-D301-4864-9490-340EF11588D9}" type="slidenum">
              <a:rPr lang="tr-TR" altLang="en-US" smtClean="0"/>
              <a:pPr/>
              <a:t>5</a:t>
            </a:fld>
            <a:endParaRPr lang="tr-T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o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7351706"/>
                  </p:ext>
                </p:extLst>
              </p:nvPr>
            </p:nvGraphicFramePr>
            <p:xfrm>
              <a:off x="557944" y="2957672"/>
              <a:ext cx="8406544" cy="3505200"/>
            </p:xfrm>
            <a:graphic>
              <a:graphicData uri="http://schemas.openxmlformats.org/drawingml/2006/table">
                <a:tbl>
                  <a:tblPr firstRow="1" bandRow="1">
                    <a:tableStyleId>{D27102A9-8310-4765-A935-A1911B00CA55}</a:tableStyleId>
                  </a:tblPr>
                  <a:tblGrid>
                    <a:gridCol w="1428723">
                      <a:extLst>
                        <a:ext uri="{9D8B030D-6E8A-4147-A177-3AD203B41FA5}">
                          <a16:colId xmlns:a16="http://schemas.microsoft.com/office/drawing/2014/main" val="75146956"/>
                        </a:ext>
                      </a:extLst>
                    </a:gridCol>
                    <a:gridCol w="3529788">
                      <a:extLst>
                        <a:ext uri="{9D8B030D-6E8A-4147-A177-3AD203B41FA5}">
                          <a16:colId xmlns:a16="http://schemas.microsoft.com/office/drawing/2014/main" val="94919314"/>
                        </a:ext>
                      </a:extLst>
                    </a:gridCol>
                    <a:gridCol w="3448033">
                      <a:extLst>
                        <a:ext uri="{9D8B030D-6E8A-4147-A177-3AD203B41FA5}">
                          <a16:colId xmlns:a16="http://schemas.microsoft.com/office/drawing/2014/main" val="1603431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tr-TR" dirty="0" smtClean="0"/>
                            <a:t>Metot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tr-TR" dirty="0" smtClean="0"/>
                            <a:t>Tanımı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tr-TR" dirty="0" smtClean="0"/>
                            <a:t>Örnek</a:t>
                          </a: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21610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tr-TR" i="1" dirty="0" err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Abs</a:t>
                          </a:r>
                          <a:r>
                            <a:rPr lang="tr-TR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 (x)</a:t>
                          </a:r>
                          <a:endParaRPr lang="en-GB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urier New" panose="020703090202050204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tr-TR" i="1" dirty="0" err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x’in</a:t>
                          </a:r>
                          <a:r>
                            <a:rPr lang="tr-TR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 mutlak değerini bulur</a:t>
                          </a:r>
                          <a:endParaRPr lang="en-GB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urier New" panose="020703090202050204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tr-TR" i="1" dirty="0" err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Abs</a:t>
                          </a:r>
                          <a:r>
                            <a:rPr lang="tr-TR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(-5)’in eşiti 5’tir.</a:t>
                          </a:r>
                          <a:endParaRPr lang="en-GB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urier New" panose="02070309020205020404" pitchFamily="49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765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tr-TR" i="1" dirty="0" err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Ceiling</a:t>
                          </a:r>
                          <a:r>
                            <a:rPr lang="tr-TR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(x)</a:t>
                          </a:r>
                          <a:endParaRPr lang="en-GB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urier New" panose="020703090202050204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tr-TR" i="1" dirty="0" err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x’in</a:t>
                          </a:r>
                          <a:r>
                            <a:rPr lang="tr-TR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 değerini üste yuvarlar</a:t>
                          </a:r>
                          <a:endParaRPr lang="en-GB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urier New" panose="020703090202050204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tr-TR" i="1" dirty="0" err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Ceiling</a:t>
                          </a:r>
                          <a:r>
                            <a:rPr lang="tr-TR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(5.2)’</a:t>
                          </a:r>
                          <a:r>
                            <a:rPr lang="tr-TR" i="1" dirty="0" err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nin</a:t>
                          </a:r>
                          <a:r>
                            <a:rPr lang="tr-TR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 eşiti</a:t>
                          </a:r>
                          <a:r>
                            <a:rPr lang="tr-TR" i="1" baseline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 6’dır.</a:t>
                          </a:r>
                          <a:endParaRPr lang="en-GB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urier New" panose="02070309020205020404" pitchFamily="49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704995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tr-TR" i="1" dirty="0" err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Exp</a:t>
                          </a:r>
                          <a:r>
                            <a:rPr lang="tr-TR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(x)</a:t>
                          </a:r>
                          <a:endParaRPr lang="en-GB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urier New" panose="020703090202050204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tr-T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tr-T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oMath>
                          </a14:m>
                          <a:r>
                            <a:rPr lang="tr-TR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 değerini bulur</a:t>
                          </a:r>
                          <a:endParaRPr lang="en-GB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urier New" panose="020703090202050204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tr-TR" i="1" dirty="0" err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Exp</a:t>
                          </a:r>
                          <a:r>
                            <a:rPr lang="tr-TR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(5)</a:t>
                          </a:r>
                          <a:r>
                            <a:rPr lang="tr-TR" i="1" baseline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 eşiti</a:t>
                          </a:r>
                          <a:r>
                            <a:rPr lang="tr-TR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 148,41315910…</a:t>
                          </a:r>
                          <a:endParaRPr lang="en-GB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urier New" panose="02070309020205020404" pitchFamily="49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099164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tr-TR" i="1" dirty="0" err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Min</a:t>
                          </a:r>
                          <a:r>
                            <a:rPr lang="tr-TR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(</a:t>
                          </a:r>
                          <a:r>
                            <a:rPr lang="tr-TR" i="1" dirty="0" err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x,y</a:t>
                          </a:r>
                          <a:r>
                            <a:rPr lang="tr-TR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)</a:t>
                          </a:r>
                          <a:endParaRPr lang="en-GB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urier New" panose="020703090202050204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tr-TR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x ve y değerlerinden küçük olanı bulur</a:t>
                          </a:r>
                          <a:endParaRPr lang="en-GB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urier New" panose="020703090202050204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tr-TR" i="1" dirty="0" err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Min</a:t>
                          </a:r>
                          <a:r>
                            <a:rPr lang="tr-TR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(5,15)</a:t>
                          </a:r>
                          <a:r>
                            <a:rPr lang="tr-TR" i="1" baseline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 eşiti</a:t>
                          </a:r>
                          <a:r>
                            <a:rPr lang="tr-TR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 5’tir.</a:t>
                          </a:r>
                          <a:endParaRPr lang="en-GB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urier New" panose="02070309020205020404" pitchFamily="49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683488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tr-TR" i="1" dirty="0" err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Max</a:t>
                          </a:r>
                          <a:r>
                            <a:rPr lang="tr-TR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(</a:t>
                          </a:r>
                          <a:r>
                            <a:rPr lang="tr-TR" i="1" dirty="0" err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x,y</a:t>
                          </a:r>
                          <a:r>
                            <a:rPr lang="tr-TR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)</a:t>
                          </a:r>
                          <a:endParaRPr lang="en-GB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urier New" panose="020703090202050204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tr-TR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x ve y değerlerinden büyük olanı bulur</a:t>
                          </a:r>
                          <a:endParaRPr lang="en-GB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urier New" panose="020703090202050204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tr-TR" i="1" dirty="0" err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Max</a:t>
                          </a:r>
                          <a:r>
                            <a:rPr lang="tr-TR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(5,15)</a:t>
                          </a:r>
                          <a:r>
                            <a:rPr lang="tr-TR" i="1" baseline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 eşiti</a:t>
                          </a:r>
                          <a:r>
                            <a:rPr lang="tr-TR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 15’tir.</a:t>
                          </a:r>
                          <a:endParaRPr lang="en-GB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urier New" panose="02070309020205020404" pitchFamily="49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14295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tr-TR" i="1" dirty="0" err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Sqrt</a:t>
                          </a:r>
                          <a:r>
                            <a:rPr lang="tr-TR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(x)</a:t>
                          </a:r>
                          <a:endParaRPr lang="en-GB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urier New" panose="020703090202050204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tr-TR" i="1" dirty="0" err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x’in</a:t>
                          </a:r>
                          <a:r>
                            <a:rPr lang="tr-TR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 karekökünü bulur</a:t>
                          </a:r>
                          <a:endParaRPr lang="en-GB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urier New" panose="020703090202050204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tr-TR" i="1" dirty="0" err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Sqrt</a:t>
                          </a:r>
                          <a:r>
                            <a:rPr lang="tr-TR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(25)’in eşiti 5’tir.</a:t>
                          </a:r>
                          <a:endParaRPr lang="en-GB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urier New" panose="02070309020205020404" pitchFamily="49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820934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tr-TR" i="1" dirty="0" err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Pow</a:t>
                          </a:r>
                          <a:r>
                            <a:rPr lang="tr-TR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(</a:t>
                          </a:r>
                          <a:r>
                            <a:rPr lang="tr-TR" i="1" dirty="0" err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x,y</a:t>
                          </a:r>
                          <a:r>
                            <a:rPr lang="tr-TR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)</a:t>
                          </a:r>
                          <a:endParaRPr lang="en-GB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urier New" panose="020703090202050204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tr-T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tr-T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sup>
                              </m:sSup>
                            </m:oMath>
                          </a14:m>
                          <a:r>
                            <a:rPr lang="tr-TR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 değerini hesaplar</a:t>
                          </a:r>
                          <a:endParaRPr lang="en-GB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urier New" panose="020703090202050204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tr-TR" i="1" dirty="0" err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Pow</a:t>
                          </a:r>
                          <a:r>
                            <a:rPr lang="tr-TR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(2,5) eşiti 32’dir.</a:t>
                          </a:r>
                          <a:endParaRPr lang="en-GB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urier New" panose="02070309020205020404" pitchFamily="49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42927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o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7351706"/>
                  </p:ext>
                </p:extLst>
              </p:nvPr>
            </p:nvGraphicFramePr>
            <p:xfrm>
              <a:off x="557944" y="2957672"/>
              <a:ext cx="8406544" cy="3505200"/>
            </p:xfrm>
            <a:graphic>
              <a:graphicData uri="http://schemas.openxmlformats.org/drawingml/2006/table">
                <a:tbl>
                  <a:tblPr firstRow="1" bandRow="1">
                    <a:tableStyleId>{D27102A9-8310-4765-A935-A1911B00CA55}</a:tableStyleId>
                  </a:tblPr>
                  <a:tblGrid>
                    <a:gridCol w="1428723">
                      <a:extLst>
                        <a:ext uri="{9D8B030D-6E8A-4147-A177-3AD203B41FA5}">
                          <a16:colId xmlns:a16="http://schemas.microsoft.com/office/drawing/2014/main" val="75146956"/>
                        </a:ext>
                      </a:extLst>
                    </a:gridCol>
                    <a:gridCol w="3529788">
                      <a:extLst>
                        <a:ext uri="{9D8B030D-6E8A-4147-A177-3AD203B41FA5}">
                          <a16:colId xmlns:a16="http://schemas.microsoft.com/office/drawing/2014/main" val="94919314"/>
                        </a:ext>
                      </a:extLst>
                    </a:gridCol>
                    <a:gridCol w="3448033">
                      <a:extLst>
                        <a:ext uri="{9D8B030D-6E8A-4147-A177-3AD203B41FA5}">
                          <a16:colId xmlns:a16="http://schemas.microsoft.com/office/drawing/2014/main" val="1603431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tr-TR" dirty="0" smtClean="0"/>
                            <a:t>Metot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tr-TR" dirty="0" smtClean="0"/>
                            <a:t>Tanımı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tr-TR" dirty="0" smtClean="0"/>
                            <a:t>Örnek</a:t>
                          </a: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21610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tr-TR" i="1" dirty="0" err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Abs</a:t>
                          </a:r>
                          <a:r>
                            <a:rPr lang="tr-TR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 (x)</a:t>
                          </a:r>
                          <a:endParaRPr lang="en-GB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urier New" panose="020703090202050204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tr-TR" i="1" dirty="0" err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x’in</a:t>
                          </a:r>
                          <a:r>
                            <a:rPr lang="tr-TR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 mutlak değerini bulur</a:t>
                          </a:r>
                          <a:endParaRPr lang="en-GB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urier New" panose="020703090202050204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tr-TR" i="1" dirty="0" err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Abs</a:t>
                          </a:r>
                          <a:r>
                            <a:rPr lang="tr-TR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(-5)’in eşiti 5’tir.</a:t>
                          </a:r>
                          <a:endParaRPr lang="en-GB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urier New" panose="02070309020205020404" pitchFamily="49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765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tr-TR" i="1" dirty="0" err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Ceiling</a:t>
                          </a:r>
                          <a:r>
                            <a:rPr lang="tr-TR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(x)</a:t>
                          </a:r>
                          <a:endParaRPr lang="en-GB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urier New" panose="020703090202050204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tr-TR" i="1" dirty="0" err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x’in</a:t>
                          </a:r>
                          <a:r>
                            <a:rPr lang="tr-TR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 değerini üste yuvarlar</a:t>
                          </a:r>
                          <a:endParaRPr lang="en-GB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urier New" panose="020703090202050204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tr-TR" i="1" dirty="0" err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Ceiling</a:t>
                          </a:r>
                          <a:r>
                            <a:rPr lang="tr-TR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(5.2)’</a:t>
                          </a:r>
                          <a:r>
                            <a:rPr lang="tr-TR" i="1" dirty="0" err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nin</a:t>
                          </a:r>
                          <a:r>
                            <a:rPr lang="tr-TR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 eşiti</a:t>
                          </a:r>
                          <a:r>
                            <a:rPr lang="tr-TR" i="1" baseline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 6’dır.</a:t>
                          </a:r>
                          <a:endParaRPr lang="en-GB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urier New" panose="02070309020205020404" pitchFamily="49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704995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tr-TR" i="1" dirty="0" err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Exp</a:t>
                          </a:r>
                          <a:r>
                            <a:rPr lang="tr-TR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(x)</a:t>
                          </a:r>
                          <a:endParaRPr lang="en-GB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urier New" panose="020703090202050204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587" t="-308197" r="-97927" b="-5655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tr-TR" i="1" dirty="0" err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Exp</a:t>
                          </a:r>
                          <a:r>
                            <a:rPr lang="tr-TR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(5)</a:t>
                          </a:r>
                          <a:r>
                            <a:rPr lang="tr-TR" i="1" baseline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 eşiti</a:t>
                          </a:r>
                          <a:r>
                            <a:rPr lang="tr-TR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 148,41315910…</a:t>
                          </a:r>
                          <a:endParaRPr lang="en-GB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urier New" panose="02070309020205020404" pitchFamily="49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09916414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tr-TR" i="1" dirty="0" err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Min</a:t>
                          </a:r>
                          <a:r>
                            <a:rPr lang="tr-TR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(</a:t>
                          </a:r>
                          <a:r>
                            <a:rPr lang="tr-TR" i="1" dirty="0" err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x,y</a:t>
                          </a:r>
                          <a:r>
                            <a:rPr lang="tr-TR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)</a:t>
                          </a:r>
                          <a:endParaRPr lang="en-GB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urier New" panose="020703090202050204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tr-TR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x ve y değerlerinden küçük olanı bulur</a:t>
                          </a:r>
                          <a:endParaRPr lang="en-GB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urier New" panose="020703090202050204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tr-TR" i="1" dirty="0" err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Min</a:t>
                          </a:r>
                          <a:r>
                            <a:rPr lang="tr-TR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(5,15)</a:t>
                          </a:r>
                          <a:r>
                            <a:rPr lang="tr-TR" i="1" baseline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 eşiti</a:t>
                          </a:r>
                          <a:r>
                            <a:rPr lang="tr-TR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 5’tir.</a:t>
                          </a:r>
                          <a:endParaRPr lang="en-GB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urier New" panose="02070309020205020404" pitchFamily="49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68348848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tr-TR" i="1" dirty="0" err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Max</a:t>
                          </a:r>
                          <a:r>
                            <a:rPr lang="tr-TR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(</a:t>
                          </a:r>
                          <a:r>
                            <a:rPr lang="tr-TR" i="1" dirty="0" err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x,y</a:t>
                          </a:r>
                          <a:r>
                            <a:rPr lang="tr-TR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)</a:t>
                          </a:r>
                          <a:endParaRPr lang="en-GB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urier New" panose="020703090202050204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tr-TR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x ve y değerlerinden </a:t>
                          </a:r>
                          <a:r>
                            <a:rPr lang="tr-TR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büyük </a:t>
                          </a:r>
                          <a:r>
                            <a:rPr lang="tr-TR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olanı bulur</a:t>
                          </a:r>
                          <a:endParaRPr lang="en-GB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urier New" panose="020703090202050204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tr-TR" i="1" dirty="0" err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Max</a:t>
                          </a:r>
                          <a:r>
                            <a:rPr lang="tr-TR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(5,15</a:t>
                          </a:r>
                          <a:r>
                            <a:rPr lang="tr-TR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)</a:t>
                          </a:r>
                          <a:r>
                            <a:rPr lang="tr-TR" i="1" baseline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 eşiti</a:t>
                          </a:r>
                          <a:r>
                            <a:rPr lang="tr-TR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 </a:t>
                          </a:r>
                          <a:r>
                            <a:rPr lang="tr-TR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15’tir</a:t>
                          </a:r>
                          <a:r>
                            <a:rPr lang="tr-TR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.</a:t>
                          </a:r>
                          <a:endParaRPr lang="en-GB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urier New" panose="02070309020205020404" pitchFamily="49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14295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tr-TR" i="1" dirty="0" err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Sqrt</a:t>
                          </a:r>
                          <a:r>
                            <a:rPr lang="tr-TR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(x)</a:t>
                          </a:r>
                          <a:endParaRPr lang="en-GB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urier New" panose="020703090202050204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tr-TR" i="1" dirty="0" err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x’in</a:t>
                          </a:r>
                          <a:r>
                            <a:rPr lang="tr-TR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 karekökünü bulur</a:t>
                          </a:r>
                          <a:endParaRPr lang="en-GB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urier New" panose="020703090202050204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tr-TR" i="1" dirty="0" err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Sqrt</a:t>
                          </a:r>
                          <a:r>
                            <a:rPr lang="tr-TR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(25)’in eşiti 5’tir.</a:t>
                          </a:r>
                          <a:endParaRPr lang="en-GB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urier New" panose="02070309020205020404" pitchFamily="49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820934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tr-TR" i="1" dirty="0" err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Pow</a:t>
                          </a:r>
                          <a:r>
                            <a:rPr lang="tr-TR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(</a:t>
                          </a:r>
                          <a:r>
                            <a:rPr lang="tr-TR" i="1" dirty="0" err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x,y</a:t>
                          </a:r>
                          <a:r>
                            <a:rPr lang="tr-TR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)</a:t>
                          </a:r>
                          <a:endParaRPr lang="en-GB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urier New" panose="020703090202050204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587" t="-852459" r="-97927" b="-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tr-TR" i="1" dirty="0" err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Pow</a:t>
                          </a:r>
                          <a:r>
                            <a:rPr lang="tr-TR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a:t>(2,5) eşiti 32’dir.</a:t>
                          </a:r>
                          <a:endParaRPr lang="en-GB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urier New" panose="02070309020205020404" pitchFamily="49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429272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212664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Sistem Tanımlı Metotlar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395536" y="1524000"/>
            <a:ext cx="8138864" cy="4411663"/>
          </a:xfrm>
        </p:spPr>
        <p:txBody>
          <a:bodyPr>
            <a:normAutofit/>
          </a:bodyPr>
          <a:lstStyle/>
          <a:p>
            <a:r>
              <a:rPr lang="tr-TR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ÖR: </a:t>
            </a:r>
            <a:r>
              <a:rPr lang="tr-TR" sz="2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Math</a:t>
            </a:r>
            <a:r>
              <a:rPr lang="tr-TR" sz="2400" dirty="0" smtClean="0"/>
              <a:t> </a:t>
            </a:r>
            <a:r>
              <a:rPr lang="tr-TR" sz="2400" dirty="0"/>
              <a:t>Class Metodu</a:t>
            </a:r>
          </a:p>
          <a:p>
            <a:endParaRPr lang="tr-TR" sz="2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tr-TR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("|-5| = "+ </a:t>
            </a:r>
            <a:r>
              <a:rPr lang="tr-T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Math.Abs</a:t>
            </a: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(-5));</a:t>
            </a:r>
          </a:p>
          <a:p>
            <a:r>
              <a:rPr lang="tr-TR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("5,2 = " + </a:t>
            </a:r>
            <a:r>
              <a:rPr lang="tr-T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Math.Ceiling</a:t>
            </a: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(5.2));</a:t>
            </a:r>
          </a:p>
          <a:p>
            <a:r>
              <a:rPr lang="tr-TR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tr-T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Exp</a:t>
            </a: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(5) = " + </a:t>
            </a:r>
            <a:r>
              <a:rPr lang="tr-T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Math.Exp</a:t>
            </a: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(5));</a:t>
            </a:r>
          </a:p>
          <a:p>
            <a:r>
              <a:rPr lang="tr-TR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tr-T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</a:t>
            </a: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(15,5) = " + </a:t>
            </a:r>
            <a:r>
              <a:rPr lang="tr-T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Math.Min</a:t>
            </a: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(15,5));</a:t>
            </a:r>
            <a:endParaRPr lang="tr-TR" sz="2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F290-D301-4864-9490-340EF11588D9}" type="slidenum">
              <a:rPr lang="tr-TR" altLang="en-US" smtClean="0"/>
              <a:pPr/>
              <a:t>6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1669565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Sistem Tanımlı Metotlar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395536" y="1524000"/>
            <a:ext cx="8138864" cy="4411663"/>
          </a:xfrm>
        </p:spPr>
        <p:txBody>
          <a:bodyPr>
            <a:normAutofit/>
          </a:bodyPr>
          <a:lstStyle/>
          <a:p>
            <a:r>
              <a:rPr lang="tr-TR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ÖR: </a:t>
            </a:r>
            <a:r>
              <a:rPr lang="tr-TR" sz="2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Math</a:t>
            </a:r>
            <a:r>
              <a:rPr lang="tr-TR" sz="2400" dirty="0" smtClean="0"/>
              <a:t> </a:t>
            </a:r>
            <a:r>
              <a:rPr lang="tr-TR" sz="2400" dirty="0"/>
              <a:t>Class Metodu</a:t>
            </a:r>
          </a:p>
          <a:p>
            <a:endParaRPr lang="tr-TR" sz="2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tr-TR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("|-5| = "+ </a:t>
            </a:r>
            <a:r>
              <a:rPr lang="tr-T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Math.Abs</a:t>
            </a: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(-5));</a:t>
            </a:r>
          </a:p>
          <a:p>
            <a:r>
              <a:rPr lang="tr-TR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("5,2 = " + </a:t>
            </a:r>
            <a:r>
              <a:rPr lang="tr-T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Math.Ceiling</a:t>
            </a: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(5.2));</a:t>
            </a:r>
          </a:p>
          <a:p>
            <a:r>
              <a:rPr lang="tr-TR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tr-T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Exp</a:t>
            </a: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(5) = " + </a:t>
            </a:r>
            <a:r>
              <a:rPr lang="tr-T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Math.Exp</a:t>
            </a: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(5));</a:t>
            </a:r>
          </a:p>
          <a:p>
            <a:r>
              <a:rPr lang="tr-TR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tr-T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</a:t>
            </a: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(15,5) = " + </a:t>
            </a:r>
            <a:r>
              <a:rPr lang="tr-T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Math.Min</a:t>
            </a: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(15,5));</a:t>
            </a:r>
            <a:endParaRPr lang="tr-TR" sz="2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F290-D301-4864-9490-340EF11588D9}" type="slidenum">
              <a:rPr lang="tr-TR" altLang="en-US" smtClean="0"/>
              <a:pPr/>
              <a:t>7</a:t>
            </a:fld>
            <a:endParaRPr lang="tr-TR" altLang="en-US" dirty="0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8144" y="4680982"/>
            <a:ext cx="2276475" cy="117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581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Sistem Tanımlı Metotlar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395536" y="1524000"/>
            <a:ext cx="8138864" cy="4967128"/>
          </a:xfrm>
        </p:spPr>
        <p:txBody>
          <a:bodyPr>
            <a:normAutofit fontScale="92500" lnSpcReduction="20000"/>
          </a:bodyPr>
          <a:lstStyle/>
          <a:p>
            <a:r>
              <a:rPr lang="tr-TR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ÖR: </a:t>
            </a:r>
            <a:r>
              <a:rPr lang="tr-TR" sz="2400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Random</a:t>
            </a:r>
            <a:r>
              <a:rPr lang="tr-TR" sz="2400" dirty="0" smtClean="0"/>
              <a:t> </a:t>
            </a:r>
            <a:r>
              <a:rPr lang="tr-TR" sz="2400" dirty="0"/>
              <a:t>Class </a:t>
            </a:r>
            <a:r>
              <a:rPr lang="tr-TR" sz="2400" dirty="0" smtClean="0"/>
              <a:t>Metodu</a:t>
            </a:r>
          </a:p>
          <a:p>
            <a:r>
              <a:rPr lang="tr-TR" sz="2400" dirty="0" smtClean="0"/>
              <a:t>Bazı metotları;</a:t>
            </a:r>
          </a:p>
          <a:p>
            <a:pPr marL="388620" indent="-342900">
              <a:buFont typeface="Arial" panose="020B0604020202020204" pitchFamily="34" charset="0"/>
              <a:buChar char="•"/>
            </a:pPr>
            <a:r>
              <a:rPr lang="tr-TR" sz="2400" dirty="0" err="1" smtClean="0"/>
              <a:t>Next</a:t>
            </a:r>
            <a:r>
              <a:rPr lang="tr-TR" sz="2400" dirty="0" smtClean="0"/>
              <a:t>():belirlenen aralıkta rastgele sayı üretir.</a:t>
            </a:r>
          </a:p>
          <a:p>
            <a:pPr marL="388620" indent="-342900">
              <a:buFont typeface="Arial" panose="020B0604020202020204" pitchFamily="34" charset="0"/>
              <a:buChar char="•"/>
            </a:pPr>
            <a:r>
              <a:rPr lang="en-GB" sz="2400" dirty="0" err="1"/>
              <a:t>NextBytes</a:t>
            </a:r>
            <a:r>
              <a:rPr lang="tr-TR" sz="2400" dirty="0" smtClean="0"/>
              <a:t>(): Tanımlanan diziyi rastgele bitlerle doldurur</a:t>
            </a:r>
            <a:endParaRPr lang="tr-TR" sz="2400" dirty="0"/>
          </a:p>
          <a:p>
            <a:endParaRPr lang="tr-TR" sz="2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Random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sayi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new Random();</a:t>
            </a:r>
          </a:p>
          <a:p>
            <a:r>
              <a:rPr lang="en-GB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sayi1 =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sayi.Next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(1, 100);</a:t>
            </a:r>
          </a:p>
          <a:p>
            <a:r>
              <a:rPr lang="en-GB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Console.WriteLine(sayi1);</a:t>
            </a:r>
            <a:endParaRPr lang="tr-TR" sz="2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tr-TR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tr-T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Random</a:t>
            </a: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rnd</a:t>
            </a: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tr-T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Random</a:t>
            </a: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tr-TR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Byte</a:t>
            </a: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[] b = </a:t>
            </a:r>
            <a:r>
              <a:rPr lang="tr-T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Byte</a:t>
            </a: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[10];</a:t>
            </a:r>
          </a:p>
          <a:p>
            <a:r>
              <a:rPr lang="tr-TR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rnd.NextBytes</a:t>
            </a:r>
            <a:r>
              <a:rPr lang="tr-TR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(b</a:t>
            </a: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tr-TR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tr-T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Random</a:t>
            </a: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bytes</a:t>
            </a: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are</a:t>
            </a: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: ");</a:t>
            </a:r>
          </a:p>
          <a:p>
            <a:r>
              <a:rPr lang="tr-TR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tr-TR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(int i = 0; i &lt;= </a:t>
            </a:r>
            <a:r>
              <a:rPr lang="tr-T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b.GetUpperBound</a:t>
            </a: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(0); i++)</a:t>
            </a:r>
          </a:p>
          <a:p>
            <a:r>
              <a:rPr lang="tr-TR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("{0}: {1}", i, b[i]);</a:t>
            </a:r>
            <a:endParaRPr lang="tr-TR" sz="2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F290-D301-4864-9490-340EF11588D9}" type="slidenum">
              <a:rPr lang="tr-TR" altLang="en-US" smtClean="0"/>
              <a:pPr/>
              <a:t>8</a:t>
            </a:fld>
            <a:endParaRPr lang="tr-TR" altLang="en-US" dirty="0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9325" y="3209924"/>
            <a:ext cx="2505075" cy="676275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4806" y="4000500"/>
            <a:ext cx="1659988" cy="224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103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p</a:t>
            </a:r>
            <a:r>
              <a:rPr lang="tr-TR" dirty="0" err="1" smtClean="0"/>
              <a:t>ublic</a:t>
            </a:r>
            <a:r>
              <a:rPr lang="tr-TR" dirty="0" smtClean="0"/>
              <a:t>, </a:t>
            </a:r>
            <a:r>
              <a:rPr lang="tr-TR" dirty="0" err="1" smtClean="0"/>
              <a:t>private</a:t>
            </a:r>
            <a:r>
              <a:rPr lang="tr-TR" dirty="0" smtClean="0"/>
              <a:t> </a:t>
            </a:r>
            <a:r>
              <a:rPr lang="tr-TR" dirty="0" err="1" smtClean="0"/>
              <a:t>protected</a:t>
            </a:r>
            <a:r>
              <a:rPr lang="tr-TR" dirty="0" smtClean="0"/>
              <a:t>, </a:t>
            </a:r>
            <a:r>
              <a:rPr lang="tr-TR" dirty="0" err="1" smtClean="0"/>
              <a:t>void</a:t>
            </a:r>
            <a:r>
              <a:rPr lang="tr-TR" dirty="0" smtClean="0"/>
              <a:t> ve </a:t>
            </a:r>
            <a:r>
              <a:rPr lang="tr-TR" dirty="0" err="1" smtClean="0"/>
              <a:t>static</a:t>
            </a:r>
            <a:r>
              <a:rPr lang="tr-TR" dirty="0" smtClean="0"/>
              <a:t> kavramları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228600" y="1524000"/>
            <a:ext cx="8807896" cy="4857328"/>
          </a:xfrm>
        </p:spPr>
        <p:txBody>
          <a:bodyPr>
            <a:normAutofit/>
          </a:bodyPr>
          <a:lstStyle/>
          <a:p>
            <a:pPr marL="502920" indent="-457200">
              <a:buFont typeface="Arial" panose="020B0604020202020204" pitchFamily="34" charset="0"/>
              <a:buChar char="•"/>
            </a:pPr>
            <a:r>
              <a:rPr lang="tr-TR" sz="24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static</a:t>
            </a:r>
            <a:r>
              <a:rPr lang="tr-TR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 </a:t>
            </a:r>
            <a:r>
              <a:rPr lang="en-GB" dirty="0" err="1"/>
              <a:t>İçinde</a:t>
            </a:r>
            <a:r>
              <a:rPr lang="en-GB" dirty="0"/>
              <a:t> </a:t>
            </a:r>
            <a:r>
              <a:rPr lang="en-GB" dirty="0" err="1"/>
              <a:t>buluduğu</a:t>
            </a:r>
            <a:r>
              <a:rPr lang="en-GB" dirty="0"/>
              <a:t> </a:t>
            </a:r>
            <a:r>
              <a:rPr lang="en-GB" dirty="0" err="1"/>
              <a:t>sınıftan</a:t>
            </a:r>
            <a:r>
              <a:rPr lang="en-GB" dirty="0"/>
              <a:t> </a:t>
            </a:r>
            <a:r>
              <a:rPr lang="en-GB" dirty="0" err="1"/>
              <a:t>nesne</a:t>
            </a:r>
            <a:r>
              <a:rPr lang="en-GB" dirty="0"/>
              <a:t> </a:t>
            </a:r>
            <a:r>
              <a:rPr lang="en-GB" dirty="0" err="1"/>
              <a:t>oluşturulmadan</a:t>
            </a:r>
            <a:r>
              <a:rPr lang="en-GB" dirty="0"/>
              <a:t> </a:t>
            </a:r>
            <a:r>
              <a:rPr lang="en-GB" dirty="0" err="1"/>
              <a:t>veya</a:t>
            </a:r>
            <a:r>
              <a:rPr lang="en-GB" dirty="0"/>
              <a:t> </a:t>
            </a:r>
            <a:r>
              <a:rPr lang="en-GB" dirty="0" err="1"/>
              <a:t>hiç</a:t>
            </a:r>
            <a:r>
              <a:rPr lang="en-GB" dirty="0"/>
              <a:t> </a:t>
            </a:r>
            <a:r>
              <a:rPr lang="en-GB" dirty="0" err="1"/>
              <a:t>bir</a:t>
            </a:r>
            <a:r>
              <a:rPr lang="en-GB" dirty="0"/>
              <a:t> </a:t>
            </a:r>
            <a:r>
              <a:rPr lang="en-GB" dirty="0" err="1"/>
              <a:t>nesneye</a:t>
            </a:r>
            <a:r>
              <a:rPr lang="en-GB" dirty="0"/>
              <a:t> </a:t>
            </a:r>
            <a:r>
              <a:rPr lang="en-GB" dirty="0" err="1"/>
              <a:t>referans</a:t>
            </a:r>
            <a:r>
              <a:rPr lang="en-GB" dirty="0"/>
              <a:t> </a:t>
            </a:r>
            <a:r>
              <a:rPr lang="en-GB" dirty="0" err="1"/>
              <a:t>olmadan</a:t>
            </a:r>
            <a:r>
              <a:rPr lang="en-GB" dirty="0"/>
              <a:t> </a:t>
            </a:r>
            <a:r>
              <a:rPr lang="en-GB" dirty="0" err="1"/>
              <a:t>kullanılabilen</a:t>
            </a:r>
            <a:r>
              <a:rPr lang="en-GB" dirty="0"/>
              <a:t> </a:t>
            </a:r>
            <a:r>
              <a:rPr lang="en-GB" dirty="0" err="1"/>
              <a:t>üyeler</a:t>
            </a:r>
            <a:r>
              <a:rPr lang="en-GB" dirty="0"/>
              <a:t> static </a:t>
            </a:r>
            <a:r>
              <a:rPr lang="en-GB" dirty="0" err="1"/>
              <a:t>olarak</a:t>
            </a:r>
            <a:r>
              <a:rPr lang="en-GB" dirty="0"/>
              <a:t> </a:t>
            </a:r>
            <a:r>
              <a:rPr lang="en-GB" dirty="0" err="1"/>
              <a:t>nitelendirilir</a:t>
            </a:r>
            <a:r>
              <a:rPr lang="en-GB" dirty="0" smtClean="0"/>
              <a:t>.</a:t>
            </a:r>
            <a:endParaRPr lang="tr-TR" dirty="0" smtClean="0"/>
          </a:p>
          <a:p>
            <a:pPr marL="502920" indent="-457200">
              <a:buFont typeface="Arial" panose="020B0604020202020204" pitchFamily="34" charset="0"/>
              <a:buChar char="•"/>
            </a:pPr>
            <a:r>
              <a:rPr lang="tr-TR" sz="2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private</a:t>
            </a:r>
            <a:r>
              <a:rPr lang="tr-TR" sz="2400" dirty="0"/>
              <a:t>: Tanımlanan bir metot sadece o sınıf içerisinde ulaşılabilir. Başka bir sınıfa içerisinden ulaşılamaz</a:t>
            </a:r>
            <a:r>
              <a:rPr lang="tr-TR" sz="2400" dirty="0" smtClean="0"/>
              <a:t>.</a:t>
            </a:r>
            <a:endParaRPr lang="tr-TR" sz="24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02920" indent="-457200">
              <a:buFont typeface="Arial" panose="020B0604020202020204" pitchFamily="34" charset="0"/>
              <a:buChar char="•"/>
            </a:pPr>
            <a:r>
              <a:rPr lang="tr-TR" sz="24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public</a:t>
            </a:r>
            <a:r>
              <a:rPr lang="tr-TR" sz="2400" dirty="0"/>
              <a:t>: Tanımlanan bir </a:t>
            </a:r>
            <a:r>
              <a:rPr lang="tr-TR" sz="2400" dirty="0" smtClean="0"/>
              <a:t>metoda başka sınıf içerisinden de </a:t>
            </a:r>
            <a:r>
              <a:rPr lang="tr-TR" sz="2400" dirty="0"/>
              <a:t>ulaşılabilir</a:t>
            </a:r>
            <a:r>
              <a:rPr lang="tr-TR" sz="2400" dirty="0" smtClean="0"/>
              <a:t>.</a:t>
            </a:r>
          </a:p>
          <a:p>
            <a:pPr marL="502920" indent="-457200">
              <a:buFont typeface="Arial" panose="020B0604020202020204" pitchFamily="34" charset="0"/>
              <a:buChar char="•"/>
            </a:pPr>
            <a:r>
              <a:rPr lang="tr-TR" sz="2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protected</a:t>
            </a:r>
            <a:r>
              <a:rPr lang="tr-TR" sz="2400" dirty="0" smtClean="0"/>
              <a:t>: Aynı sınıf içerinden veya kalıtım yolu ile üretilen sınıflar içerisinden ulaşılabilir. </a:t>
            </a:r>
          </a:p>
          <a:p>
            <a:pPr marL="502920" indent="-457200">
              <a:buFont typeface="Arial" panose="020B0604020202020204" pitchFamily="34" charset="0"/>
              <a:buChar char="•"/>
            </a:pPr>
            <a:r>
              <a:rPr lang="tr-TR" sz="24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void</a:t>
            </a:r>
            <a:r>
              <a:rPr lang="tr-TR" sz="2400" dirty="0" smtClean="0"/>
              <a:t>: Herhangi bir veri döndürülmediği anlamına gelir.</a:t>
            </a:r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F290-D301-4864-9490-340EF11588D9}" type="slidenum">
              <a:rPr lang="tr-TR" altLang="en-US" smtClean="0"/>
              <a:pPr/>
              <a:t>9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198297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Kullanıcı Tanımlı Metotlar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228600" y="1524000"/>
            <a:ext cx="8807896" cy="4857328"/>
          </a:xfrm>
        </p:spPr>
        <p:txBody>
          <a:bodyPr>
            <a:normAutofit/>
          </a:bodyPr>
          <a:lstStyle/>
          <a:p>
            <a:pPr marL="502920" indent="-457200">
              <a:buFont typeface="Arial" panose="020B0604020202020204" pitchFamily="34" charset="0"/>
              <a:buChar char="•"/>
            </a:pPr>
            <a:r>
              <a:rPr lang="tr-TR" sz="2800" dirty="0" smtClean="0"/>
              <a:t>Programcının ihtiyacına göre oluşturduğu metotlardır. </a:t>
            </a:r>
            <a:endParaRPr lang="tr-TR" sz="2800" dirty="0"/>
          </a:p>
          <a:p>
            <a:pPr marL="388620" indent="-342900">
              <a:buFont typeface="Arial" panose="020B0604020202020204" pitchFamily="34" charset="0"/>
              <a:buChar char="•"/>
            </a:pPr>
            <a:r>
              <a:rPr lang="tr-TR" sz="2800" dirty="0" smtClean="0"/>
              <a:t>Amaç;</a:t>
            </a:r>
          </a:p>
          <a:p>
            <a:pPr marL="1035050" lvl="1" indent="-342900">
              <a:buFont typeface="Arial" panose="020B0604020202020204" pitchFamily="34" charset="0"/>
              <a:buChar char="•"/>
            </a:pPr>
            <a:r>
              <a:rPr lang="tr-TR" dirty="0" smtClean="0"/>
              <a:t>Yazılan kodun anlaşılmasını kolaylaştırmak</a:t>
            </a:r>
          </a:p>
          <a:p>
            <a:pPr marL="1035050" lvl="1" indent="-342900">
              <a:buFont typeface="Arial" panose="020B0604020202020204" pitchFamily="34" charset="0"/>
              <a:buChar char="•"/>
            </a:pPr>
            <a:r>
              <a:rPr lang="tr-TR" dirty="0" smtClean="0"/>
              <a:t>Yazılan kodların tekrar tekrar kullanılmasını sağlamak</a:t>
            </a:r>
          </a:p>
          <a:p>
            <a:pPr marL="388620" indent="-342900">
              <a:buFont typeface="Arial" panose="020B0604020202020204" pitchFamily="34" charset="0"/>
              <a:buChar char="•"/>
            </a:pPr>
            <a:endParaRPr lang="tr-TR" sz="2400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F290-D301-4864-9490-340EF11588D9}" type="slidenum">
              <a:rPr lang="tr-TR" altLang="en-US" smtClean="0"/>
              <a:pPr/>
              <a:t>10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3001327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Metot Tanımlama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0" y="1524000"/>
            <a:ext cx="9252520" cy="4857328"/>
          </a:xfrm>
        </p:spPr>
        <p:txBody>
          <a:bodyPr>
            <a:normAutofit/>
          </a:bodyPr>
          <a:lstStyle/>
          <a:p>
            <a:endParaRPr lang="tr-TR" sz="2400" dirty="0"/>
          </a:p>
          <a:p>
            <a:r>
              <a:rPr lang="tr-TR" sz="1600" dirty="0" smtClean="0"/>
              <a:t>&lt;Erişim Yetkisi&gt; &lt;Döndürülen Verinin Tipi&gt; &lt;Metot Adı&gt; (&lt;</a:t>
            </a:r>
            <a:r>
              <a:rPr lang="tr-TR" sz="1600" dirty="0" err="1" smtClean="0"/>
              <a:t>AlınanVerininTipi</a:t>
            </a:r>
            <a:r>
              <a:rPr lang="tr-TR" sz="1600" dirty="0" smtClean="0"/>
              <a:t> AlınanVerininAdi1, …&gt;)</a:t>
            </a:r>
          </a:p>
          <a:p>
            <a:r>
              <a:rPr lang="tr-TR" sz="1600" dirty="0" smtClean="0"/>
              <a:t>{</a:t>
            </a:r>
          </a:p>
          <a:p>
            <a:r>
              <a:rPr lang="tr-TR" sz="1600" dirty="0"/>
              <a:t> </a:t>
            </a:r>
            <a:r>
              <a:rPr lang="tr-TR" sz="1600" dirty="0" smtClean="0"/>
              <a:t>    &lt;Metot İçeriği&gt;</a:t>
            </a:r>
            <a:endParaRPr lang="tr-TR" sz="1600" dirty="0"/>
          </a:p>
          <a:p>
            <a:r>
              <a:rPr lang="tr-TR" sz="1600" dirty="0" smtClean="0"/>
              <a:t>}</a:t>
            </a:r>
          </a:p>
          <a:p>
            <a:endParaRPr lang="tr-TR" sz="1600" dirty="0"/>
          </a:p>
          <a:p>
            <a:r>
              <a:rPr lang="tr-TR" sz="2400" b="1" dirty="0"/>
              <a:t>Ör: </a:t>
            </a:r>
          </a:p>
          <a:p>
            <a:r>
              <a:rPr lang="tr-TR" sz="1600" dirty="0" err="1" smtClean="0"/>
              <a:t>public</a:t>
            </a:r>
            <a:r>
              <a:rPr lang="tr-TR" sz="1600" dirty="0" smtClean="0"/>
              <a:t> </a:t>
            </a:r>
            <a:r>
              <a:rPr lang="tr-TR" sz="1600" dirty="0" err="1" smtClean="0"/>
              <a:t>void</a:t>
            </a:r>
            <a:r>
              <a:rPr lang="tr-TR" sz="1600" dirty="0" smtClean="0"/>
              <a:t> Yaz(</a:t>
            </a:r>
            <a:r>
              <a:rPr lang="tr-TR" sz="1600" dirty="0" err="1" smtClean="0"/>
              <a:t>string</a:t>
            </a:r>
            <a:r>
              <a:rPr lang="tr-TR" sz="1600" dirty="0" smtClean="0"/>
              <a:t> adi)</a:t>
            </a:r>
          </a:p>
          <a:p>
            <a:r>
              <a:rPr lang="tr-TR" sz="1600" dirty="0" smtClean="0"/>
              <a:t>{</a:t>
            </a:r>
          </a:p>
          <a:p>
            <a:r>
              <a:rPr lang="tr-TR" sz="1600" dirty="0"/>
              <a:t> </a:t>
            </a:r>
            <a:r>
              <a:rPr lang="tr-TR" sz="1600" dirty="0" smtClean="0"/>
              <a:t>    </a:t>
            </a:r>
            <a:r>
              <a:rPr lang="tr-TR" sz="1600" dirty="0" err="1" smtClean="0"/>
              <a:t>MessageBox.Show</a:t>
            </a:r>
            <a:r>
              <a:rPr lang="tr-TR" sz="1600" dirty="0" smtClean="0"/>
              <a:t>(adi);</a:t>
            </a:r>
            <a:endParaRPr lang="tr-TR" sz="1600" dirty="0"/>
          </a:p>
          <a:p>
            <a:r>
              <a:rPr lang="tr-TR" sz="1600" dirty="0" smtClean="0"/>
              <a:t>} </a:t>
            </a:r>
          </a:p>
          <a:p>
            <a:endParaRPr lang="tr-TR" sz="2400" dirty="0" smtClean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F290-D301-4864-9490-340EF11588D9}" type="slidenum">
              <a:rPr lang="tr-TR" altLang="en-US" smtClean="0"/>
              <a:pPr/>
              <a:t>11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1063870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Metot Çağırma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228600" y="1524000"/>
            <a:ext cx="8807896" cy="4857328"/>
          </a:xfrm>
        </p:spPr>
        <p:txBody>
          <a:bodyPr>
            <a:normAutofit fontScale="92500" lnSpcReduction="10000"/>
          </a:bodyPr>
          <a:lstStyle/>
          <a:p>
            <a:endParaRPr lang="tr-TR" sz="2400" dirty="0" smtClean="0"/>
          </a:p>
          <a:p>
            <a:r>
              <a:rPr lang="tr-TR" sz="3600" b="1" dirty="0"/>
              <a:t>Ör: </a:t>
            </a:r>
          </a:p>
          <a:p>
            <a:r>
              <a:rPr lang="tr-TR" sz="2400" dirty="0" err="1"/>
              <a:t>public</a:t>
            </a:r>
            <a:r>
              <a:rPr lang="tr-TR" sz="2400" dirty="0"/>
              <a:t> </a:t>
            </a:r>
            <a:r>
              <a:rPr lang="tr-TR" sz="2400" dirty="0" err="1"/>
              <a:t>void</a:t>
            </a:r>
            <a:r>
              <a:rPr lang="tr-TR" sz="2400" dirty="0"/>
              <a:t> Yaz(</a:t>
            </a:r>
            <a:r>
              <a:rPr lang="tr-TR" sz="2400" dirty="0" err="1"/>
              <a:t>string</a:t>
            </a:r>
            <a:r>
              <a:rPr lang="tr-TR" sz="2400" dirty="0"/>
              <a:t> adi)</a:t>
            </a:r>
          </a:p>
          <a:p>
            <a:r>
              <a:rPr lang="tr-TR" sz="2400" dirty="0"/>
              <a:t>{</a:t>
            </a:r>
          </a:p>
          <a:p>
            <a:r>
              <a:rPr lang="tr-TR" sz="2400" dirty="0"/>
              <a:t>     </a:t>
            </a:r>
            <a:r>
              <a:rPr lang="tr-TR" sz="2400" dirty="0" err="1"/>
              <a:t>MessageBox.Show</a:t>
            </a:r>
            <a:r>
              <a:rPr lang="tr-TR" sz="2400" dirty="0"/>
              <a:t>(adi);</a:t>
            </a:r>
          </a:p>
          <a:p>
            <a:r>
              <a:rPr lang="tr-TR" sz="2400" dirty="0"/>
              <a:t>} </a:t>
            </a:r>
          </a:p>
          <a:p>
            <a:r>
              <a:rPr lang="en-GB" dirty="0" smtClean="0"/>
              <a:t>static </a:t>
            </a:r>
            <a:r>
              <a:rPr lang="en-GB" dirty="0"/>
              <a:t>void Main(string[] </a:t>
            </a:r>
            <a:r>
              <a:rPr lang="en-GB" dirty="0" err="1"/>
              <a:t>args</a:t>
            </a:r>
            <a:r>
              <a:rPr lang="en-GB" dirty="0"/>
              <a:t>)</a:t>
            </a:r>
          </a:p>
          <a:p>
            <a:r>
              <a:rPr lang="en-GB" dirty="0" smtClean="0"/>
              <a:t>{</a:t>
            </a:r>
            <a:endParaRPr lang="tr-TR" dirty="0" smtClean="0"/>
          </a:p>
          <a:p>
            <a:r>
              <a:rPr lang="tr-TR" sz="2400" dirty="0" smtClean="0"/>
              <a:t>   </a:t>
            </a:r>
            <a:r>
              <a:rPr lang="tr-TR" sz="2400" dirty="0" err="1" smtClean="0"/>
              <a:t>string</a:t>
            </a:r>
            <a:r>
              <a:rPr lang="tr-TR" sz="2400" dirty="0" smtClean="0"/>
              <a:t> s=</a:t>
            </a:r>
            <a:r>
              <a:rPr lang="tr-TR" sz="2400" dirty="0" err="1" smtClean="0"/>
              <a:t>Console.ReadLine</a:t>
            </a:r>
            <a:r>
              <a:rPr lang="tr-TR" sz="2400" dirty="0" smtClean="0"/>
              <a:t>()</a:t>
            </a:r>
          </a:p>
          <a:p>
            <a:r>
              <a:rPr lang="tr-TR" sz="2400" dirty="0" smtClean="0"/>
              <a:t>   Yaz(s);</a:t>
            </a:r>
            <a:endParaRPr lang="tr-TR" sz="2400" dirty="0"/>
          </a:p>
          <a:p>
            <a:r>
              <a:rPr lang="tr-TR" sz="2400" dirty="0" smtClean="0"/>
              <a:t>}</a:t>
            </a:r>
            <a:endParaRPr lang="tr-TR" sz="2400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F290-D301-4864-9490-340EF11588D9}" type="slidenum">
              <a:rPr lang="tr-TR" altLang="en-US" smtClean="0"/>
              <a:pPr/>
              <a:t>12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512604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Kullanıcı Tanımlı </a:t>
            </a:r>
            <a:r>
              <a:rPr lang="tr-TR" dirty="0" smtClean="0"/>
              <a:t>Metotlar Örneği</a:t>
            </a:r>
            <a:endParaRPr lang="en-GB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F290-D301-4864-9490-340EF11588D9}" type="slidenum">
              <a:rPr lang="tr-TR" altLang="en-US" smtClean="0"/>
              <a:pPr/>
              <a:t>13</a:t>
            </a:fld>
            <a:endParaRPr lang="tr-TR" altLang="en-US" dirty="0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326" y="1517708"/>
            <a:ext cx="5836890" cy="5005209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5078" y="3196976"/>
            <a:ext cx="321945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628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Kullanıcı Tanımlı Metot Türleri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83568" y="1524000"/>
            <a:ext cx="7241232" cy="4857328"/>
          </a:xfrm>
        </p:spPr>
        <p:txBody>
          <a:bodyPr>
            <a:normAutofit/>
          </a:bodyPr>
          <a:lstStyle/>
          <a:p>
            <a:r>
              <a:rPr lang="tr-TR" sz="2400" dirty="0" smtClean="0"/>
              <a:t>Geriye değer döndürüp döndürmeme ve parametre alıp almama durumuna göre dört çeşit metot vardır.</a:t>
            </a:r>
          </a:p>
          <a:p>
            <a:endParaRPr lang="tr-T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tr-T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tr-TR" sz="2400" dirty="0" smtClean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F290-D301-4864-9490-340EF11588D9}" type="slidenum">
              <a:rPr lang="tr-TR" altLang="en-US" smtClean="0"/>
              <a:pPr/>
              <a:t>14</a:t>
            </a:fld>
            <a:endParaRPr lang="tr-TR" altLang="en-US" dirty="0"/>
          </a:p>
        </p:txBody>
      </p:sp>
      <p:pic>
        <p:nvPicPr>
          <p:cNvPr id="7" name="Resi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2508681"/>
            <a:ext cx="5832648" cy="4063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107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Kullanıcı Tanımlı Metot Türleri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83568" y="1524000"/>
            <a:ext cx="7241232" cy="4857328"/>
          </a:xfrm>
        </p:spPr>
        <p:txBody>
          <a:bodyPr>
            <a:normAutofit/>
          </a:bodyPr>
          <a:lstStyle/>
          <a:p>
            <a:r>
              <a:rPr lang="tr-TR" sz="2400" dirty="0" smtClean="0"/>
              <a:t>1. Geriye değer döndürmeyen ve veri almayan metotlar (Aldığı iki sayının toplamı kodu üzerinden):</a:t>
            </a:r>
          </a:p>
          <a:p>
            <a:endParaRPr lang="tr-T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tr-T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tr-TR" sz="2400" dirty="0" smtClean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F290-D301-4864-9490-340EF11588D9}" type="slidenum">
              <a:rPr lang="tr-TR" altLang="en-US" smtClean="0"/>
              <a:pPr/>
              <a:t>15</a:t>
            </a:fld>
            <a:endParaRPr lang="tr-TR" altLang="en-US" dirty="0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2347311"/>
            <a:ext cx="4713495" cy="4410249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111" y="2971285"/>
            <a:ext cx="2847975" cy="158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831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si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016" y="1967773"/>
            <a:ext cx="5088184" cy="4782754"/>
          </a:xfrm>
          <a:prstGeom prst="rect">
            <a:avLst/>
          </a:prstGeom>
        </p:spPr>
      </p:pic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Kullanıcı Tanımlı Metot Türleri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83568" y="1524000"/>
            <a:ext cx="7241232" cy="4857328"/>
          </a:xfrm>
        </p:spPr>
        <p:txBody>
          <a:bodyPr>
            <a:normAutofit/>
          </a:bodyPr>
          <a:lstStyle/>
          <a:p>
            <a:r>
              <a:rPr lang="tr-TR" sz="2400" dirty="0"/>
              <a:t>2</a:t>
            </a:r>
            <a:r>
              <a:rPr lang="tr-TR" sz="2400" dirty="0" smtClean="0"/>
              <a:t>. Geriye değer döndüren ve veri almayan metotlar:</a:t>
            </a:r>
          </a:p>
          <a:p>
            <a:endParaRPr lang="tr-T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tr-T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tr-TR" sz="2400" dirty="0" smtClean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F290-D301-4864-9490-340EF11588D9}" type="slidenum">
              <a:rPr lang="tr-TR" altLang="en-US" smtClean="0"/>
              <a:pPr/>
              <a:t>16</a:t>
            </a:fld>
            <a:endParaRPr lang="tr-TR" altLang="en-US" dirty="0"/>
          </a:p>
        </p:txBody>
      </p:sp>
      <p:pic>
        <p:nvPicPr>
          <p:cNvPr id="8" name="Resi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9514" y="3266864"/>
            <a:ext cx="28575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76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782" y="1925785"/>
            <a:ext cx="5350346" cy="4897793"/>
          </a:xfrm>
          <a:prstGeom prst="rect">
            <a:avLst/>
          </a:prstGeom>
        </p:spPr>
      </p:pic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Kullanıcı Tanımlı Metot Türleri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83568" y="1524000"/>
            <a:ext cx="7693446" cy="4857328"/>
          </a:xfrm>
        </p:spPr>
        <p:txBody>
          <a:bodyPr>
            <a:normAutofit/>
          </a:bodyPr>
          <a:lstStyle/>
          <a:p>
            <a:r>
              <a:rPr lang="tr-TR" sz="2400" dirty="0" smtClean="0"/>
              <a:t>3. Geriye değer döndürmeyen ancak veri alan metotlar:</a:t>
            </a:r>
          </a:p>
          <a:p>
            <a:endParaRPr lang="tr-T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tr-T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tr-TR" sz="2400" dirty="0" smtClean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F290-D301-4864-9490-340EF11588D9}" type="slidenum">
              <a:rPr lang="tr-TR" altLang="en-US" smtClean="0"/>
              <a:pPr/>
              <a:t>17</a:t>
            </a:fld>
            <a:endParaRPr lang="tr-TR" altLang="en-US" dirty="0"/>
          </a:p>
        </p:txBody>
      </p:sp>
      <p:pic>
        <p:nvPicPr>
          <p:cNvPr id="9" name="Resim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400" y="4425025"/>
            <a:ext cx="2819400" cy="138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248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si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628" y="1948125"/>
            <a:ext cx="5480710" cy="4876775"/>
          </a:xfrm>
          <a:prstGeom prst="rect">
            <a:avLst/>
          </a:prstGeom>
        </p:spPr>
      </p:pic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Kullanıcı Tanımlı Metot Türleri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83568" y="1524000"/>
            <a:ext cx="7693446" cy="4857328"/>
          </a:xfrm>
        </p:spPr>
        <p:txBody>
          <a:bodyPr>
            <a:normAutofit/>
          </a:bodyPr>
          <a:lstStyle/>
          <a:p>
            <a:r>
              <a:rPr lang="tr-TR" sz="2400" dirty="0"/>
              <a:t>4</a:t>
            </a:r>
            <a:r>
              <a:rPr lang="tr-TR" sz="2400" dirty="0" smtClean="0"/>
              <a:t>. Geriye değer döndüren ve veri alan metotlar:</a:t>
            </a:r>
          </a:p>
          <a:p>
            <a:endParaRPr lang="tr-T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tr-T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tr-TR" sz="2400" dirty="0" smtClean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F290-D301-4864-9490-340EF11588D9}" type="slidenum">
              <a:rPr lang="tr-TR" altLang="en-US" smtClean="0"/>
              <a:pPr/>
              <a:t>18</a:t>
            </a:fld>
            <a:endParaRPr lang="tr-TR" altLang="en-US" dirty="0"/>
          </a:p>
        </p:txBody>
      </p:sp>
      <p:pic>
        <p:nvPicPr>
          <p:cNvPr id="8" name="Resi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6307" y="3881212"/>
            <a:ext cx="2895600" cy="141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713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Resim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89" y="2352995"/>
            <a:ext cx="5098863" cy="4460381"/>
          </a:xfrm>
          <a:prstGeom prst="rect">
            <a:avLst/>
          </a:prstGeom>
        </p:spPr>
      </p:pic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Metotların Varsayılan Değer Alması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83568" y="1524000"/>
            <a:ext cx="7693446" cy="4857328"/>
          </a:xfrm>
        </p:spPr>
        <p:txBody>
          <a:bodyPr>
            <a:normAutofit/>
          </a:bodyPr>
          <a:lstStyle/>
          <a:p>
            <a:pPr marL="388620" indent="-342900">
              <a:buFont typeface="Arial" panose="020B0604020202020204" pitchFamily="34" charset="0"/>
              <a:buChar char="•"/>
            </a:pPr>
            <a:r>
              <a:rPr lang="tr-TR" sz="2400" dirty="0" smtClean="0"/>
              <a:t>İhtiyaç olması durumunda metotların aldığı değişkenlere varsayılan değer atanabilir.</a:t>
            </a:r>
          </a:p>
          <a:p>
            <a:endParaRPr lang="tr-T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tr-T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tr-TR" sz="2400" dirty="0" smtClean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F290-D301-4864-9490-340EF11588D9}" type="slidenum">
              <a:rPr lang="tr-TR" altLang="en-US" smtClean="0"/>
              <a:pPr/>
              <a:t>19</a:t>
            </a:fld>
            <a:endParaRPr lang="tr-TR" altLang="en-US" dirty="0"/>
          </a:p>
        </p:txBody>
      </p:sp>
      <p:pic>
        <p:nvPicPr>
          <p:cNvPr id="13" name="Resim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3110" y="4583185"/>
            <a:ext cx="1571625" cy="116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396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Metotların Aşırı Yüklenmesi (</a:t>
            </a:r>
            <a:r>
              <a:rPr lang="tr-TR" dirty="0" err="1" smtClean="0"/>
              <a:t>Method</a:t>
            </a:r>
            <a:r>
              <a:rPr lang="tr-TR" dirty="0" smtClean="0"/>
              <a:t> </a:t>
            </a:r>
            <a:r>
              <a:rPr lang="tr-TR" dirty="0" err="1" smtClean="0"/>
              <a:t>Overloading</a:t>
            </a:r>
            <a:r>
              <a:rPr lang="tr-TR" dirty="0"/>
              <a:t>)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83568" y="1524000"/>
            <a:ext cx="7693446" cy="4857328"/>
          </a:xfrm>
        </p:spPr>
        <p:txBody>
          <a:bodyPr>
            <a:normAutofit/>
          </a:bodyPr>
          <a:lstStyle/>
          <a:p>
            <a:pPr marL="388620" indent="-342900">
              <a:buFont typeface="Arial" panose="020B0604020202020204" pitchFamily="34" charset="0"/>
              <a:buChar char="•"/>
            </a:pPr>
            <a:r>
              <a:rPr lang="tr-TR" sz="2400" dirty="0" smtClean="0"/>
              <a:t>Aynı isimde faklı iş yapan metotlar olabilir.</a:t>
            </a:r>
          </a:p>
          <a:p>
            <a:pPr marL="388620" indent="-342900">
              <a:buFont typeface="Arial" panose="020B0604020202020204" pitchFamily="34" charset="0"/>
              <a:buChar char="•"/>
            </a:pPr>
            <a:endParaRPr lang="tr-TR" sz="2400" dirty="0"/>
          </a:p>
          <a:p>
            <a:pPr marL="388620" indent="-342900">
              <a:buFont typeface="Arial" panose="020B0604020202020204" pitchFamily="34" charset="0"/>
              <a:buChar char="•"/>
            </a:pPr>
            <a:r>
              <a:rPr lang="en-GB" sz="2400" dirty="0"/>
              <a:t>int </a:t>
            </a:r>
            <a:r>
              <a:rPr lang="en-GB" sz="2400" dirty="0" err="1"/>
              <a:t>MyMethod</a:t>
            </a:r>
            <a:r>
              <a:rPr lang="en-GB" sz="2400" dirty="0"/>
              <a:t>(int x)</a:t>
            </a:r>
          </a:p>
          <a:p>
            <a:pPr marL="388620" indent="-342900">
              <a:buFont typeface="Arial" panose="020B0604020202020204" pitchFamily="34" charset="0"/>
              <a:buChar char="•"/>
            </a:pPr>
            <a:r>
              <a:rPr lang="en-GB" sz="2400" dirty="0"/>
              <a:t>float </a:t>
            </a:r>
            <a:r>
              <a:rPr lang="en-GB" sz="2400" dirty="0" err="1"/>
              <a:t>MyMethod</a:t>
            </a:r>
            <a:r>
              <a:rPr lang="en-GB" sz="2400" dirty="0"/>
              <a:t>(float x)</a:t>
            </a:r>
          </a:p>
          <a:p>
            <a:pPr marL="388620" indent="-342900">
              <a:buFont typeface="Arial" panose="020B0604020202020204" pitchFamily="34" charset="0"/>
              <a:buChar char="•"/>
            </a:pPr>
            <a:r>
              <a:rPr lang="en-GB" sz="2400" dirty="0"/>
              <a:t>double </a:t>
            </a:r>
            <a:r>
              <a:rPr lang="en-GB" sz="2400" dirty="0" err="1"/>
              <a:t>MyMethod</a:t>
            </a:r>
            <a:r>
              <a:rPr lang="en-GB" sz="2400" dirty="0"/>
              <a:t>(double x, double y)</a:t>
            </a:r>
            <a:endParaRPr lang="tr-TR" sz="2400" dirty="0" smtClean="0"/>
          </a:p>
          <a:p>
            <a:endParaRPr lang="tr-T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tr-T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tr-TR" sz="2400" dirty="0" smtClean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F290-D301-4864-9490-340EF11588D9}" type="slidenum">
              <a:rPr lang="tr-TR" altLang="en-US" smtClean="0"/>
              <a:pPr/>
              <a:t>20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24728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50" y="1526111"/>
            <a:ext cx="5564121" cy="5184577"/>
          </a:xfrm>
          <a:prstGeom prst="rect">
            <a:avLst/>
          </a:prstGeom>
        </p:spPr>
      </p:pic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Metotların Aşırı Yüklenmesi (</a:t>
            </a:r>
            <a:r>
              <a:rPr lang="tr-TR" dirty="0" err="1" smtClean="0"/>
              <a:t>Method</a:t>
            </a:r>
            <a:r>
              <a:rPr lang="tr-TR" dirty="0" smtClean="0"/>
              <a:t> </a:t>
            </a:r>
            <a:r>
              <a:rPr lang="tr-TR" dirty="0" err="1" smtClean="0"/>
              <a:t>Overloading</a:t>
            </a:r>
            <a:r>
              <a:rPr lang="tr-TR" dirty="0"/>
              <a:t>)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83568" y="1524000"/>
            <a:ext cx="7693446" cy="4857328"/>
          </a:xfrm>
        </p:spPr>
        <p:txBody>
          <a:bodyPr>
            <a:normAutofit/>
          </a:bodyPr>
          <a:lstStyle/>
          <a:p>
            <a:endParaRPr lang="tr-T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tr-T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tr-TR" sz="2400" dirty="0" smtClean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F290-D301-4864-9490-340EF11588D9}" type="slidenum">
              <a:rPr lang="tr-TR" altLang="en-US" smtClean="0"/>
              <a:pPr/>
              <a:t>21</a:t>
            </a:fld>
            <a:endParaRPr lang="tr-TR" altLang="en-US" dirty="0"/>
          </a:p>
        </p:txBody>
      </p:sp>
      <p:pic>
        <p:nvPicPr>
          <p:cNvPr id="9" name="Resim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5545" y="5082926"/>
            <a:ext cx="2924175" cy="73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24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Özyinelemeli Metotlar (</a:t>
            </a:r>
            <a:r>
              <a:rPr lang="tr-TR" dirty="0" err="1" smtClean="0"/>
              <a:t>Recursive</a:t>
            </a:r>
            <a:r>
              <a:rPr lang="tr-TR" dirty="0" smtClean="0"/>
              <a:t> </a:t>
            </a:r>
            <a:r>
              <a:rPr lang="tr-TR" dirty="0" err="1" smtClean="0"/>
              <a:t>Methods</a:t>
            </a:r>
            <a:r>
              <a:rPr lang="tr-TR" dirty="0" smtClean="0"/>
              <a:t>)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83568" y="1524000"/>
            <a:ext cx="7693446" cy="4857328"/>
          </a:xfrm>
        </p:spPr>
        <p:txBody>
          <a:bodyPr>
            <a:normAutofit/>
          </a:bodyPr>
          <a:lstStyle/>
          <a:p>
            <a:r>
              <a:rPr lang="tr-TR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Avantajları</a:t>
            </a:r>
          </a:p>
          <a:p>
            <a:pPr marL="388620" indent="-342900">
              <a:buFont typeface="Arial" panose="020B0604020202020204" pitchFamily="34" charset="0"/>
              <a:buChar char="•"/>
            </a:pPr>
            <a:r>
              <a:rPr lang="tr-TR" sz="2400" dirty="0" smtClean="0"/>
              <a:t>Amaç daha az kod yazmak;</a:t>
            </a:r>
          </a:p>
          <a:p>
            <a:pPr marL="388620" indent="-342900">
              <a:buFont typeface="Arial" panose="020B0604020202020204" pitchFamily="34" charset="0"/>
              <a:buChar char="•"/>
            </a:pPr>
            <a:r>
              <a:rPr lang="tr-TR" sz="2400" dirty="0" smtClean="0"/>
              <a:t>Performansı arttırmak</a:t>
            </a:r>
          </a:p>
          <a:p>
            <a:pPr marL="388620" indent="-342900">
              <a:buFont typeface="Arial" panose="020B0604020202020204" pitchFamily="34" charset="0"/>
              <a:buChar char="•"/>
            </a:pPr>
            <a:r>
              <a:rPr lang="tr-TR" sz="2400" dirty="0" smtClean="0"/>
              <a:t>Ağaç gibi veri yapılarında dolaşma işleminde çok hızlıdır.</a:t>
            </a:r>
          </a:p>
          <a:p>
            <a:r>
              <a:rPr lang="tr-TR" sz="2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Dezavatajları</a:t>
            </a:r>
            <a:endParaRPr lang="tr-T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88620" indent="-342900">
              <a:buFont typeface="Arial" panose="020B0604020202020204" pitchFamily="34" charset="0"/>
              <a:buChar char="•"/>
            </a:pPr>
            <a:r>
              <a:rPr lang="tr-TR" sz="2400" dirty="0" smtClean="0"/>
              <a:t>Fazla kaynak kullanır.</a:t>
            </a:r>
          </a:p>
          <a:p>
            <a:pPr marL="388620" indent="-342900">
              <a:buFont typeface="Arial" panose="020B0604020202020204" pitchFamily="34" charset="0"/>
              <a:buChar char="•"/>
            </a:pPr>
            <a:r>
              <a:rPr lang="tr-TR" sz="2400" dirty="0" smtClean="0"/>
              <a:t>Bazen daha yavaş olabilir.</a:t>
            </a:r>
          </a:p>
          <a:p>
            <a:pPr marL="388620" indent="-342900">
              <a:buFont typeface="Arial" panose="020B0604020202020204" pitchFamily="34" charset="0"/>
              <a:buChar char="•"/>
            </a:pPr>
            <a:endParaRPr lang="tr-TR" sz="2400" dirty="0" smtClean="0"/>
          </a:p>
          <a:p>
            <a:endParaRPr lang="tr-T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tr-T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tr-TR" sz="2400" dirty="0" smtClean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F290-D301-4864-9490-340EF11588D9}" type="slidenum">
              <a:rPr lang="tr-TR" altLang="en-US" smtClean="0"/>
              <a:pPr/>
              <a:t>22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2428563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Resim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524000"/>
            <a:ext cx="5832648" cy="5288635"/>
          </a:xfrm>
          <a:prstGeom prst="rect">
            <a:avLst/>
          </a:prstGeom>
        </p:spPr>
      </p:pic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Özyinelemeli Metotlar (</a:t>
            </a:r>
            <a:r>
              <a:rPr lang="tr-TR" dirty="0" err="1" smtClean="0"/>
              <a:t>Recursive</a:t>
            </a:r>
            <a:r>
              <a:rPr lang="tr-TR" dirty="0" smtClean="0"/>
              <a:t> </a:t>
            </a:r>
            <a:r>
              <a:rPr lang="tr-TR" dirty="0" err="1" smtClean="0"/>
              <a:t>Methods</a:t>
            </a:r>
            <a:r>
              <a:rPr lang="tr-TR" dirty="0" smtClean="0"/>
              <a:t>)</a:t>
            </a:r>
            <a:endParaRPr lang="en-GB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>
          <a:xfrm>
            <a:off x="8748464" y="6597352"/>
            <a:ext cx="370384" cy="204936"/>
          </a:xfrm>
        </p:spPr>
        <p:txBody>
          <a:bodyPr/>
          <a:lstStyle/>
          <a:p>
            <a:fld id="{71C6F290-D301-4864-9490-340EF11588D9}" type="slidenum">
              <a:rPr lang="tr-TR" altLang="en-US" smtClean="0"/>
              <a:pPr/>
              <a:t>23</a:t>
            </a:fld>
            <a:endParaRPr lang="tr-TR" altLang="en-US" dirty="0"/>
          </a:p>
        </p:txBody>
      </p:sp>
      <p:pic>
        <p:nvPicPr>
          <p:cNvPr id="8" name="Resi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2120" y="4653136"/>
            <a:ext cx="3343275" cy="1228725"/>
          </a:xfrm>
          <a:prstGeom prst="rect">
            <a:avLst/>
          </a:prstGeom>
        </p:spPr>
      </p:pic>
      <p:pic>
        <p:nvPicPr>
          <p:cNvPr id="2050" name="Picture 2" descr="C Programlama Ders: X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0" y="1528632"/>
            <a:ext cx="4894439" cy="2264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1282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486247"/>
            <a:ext cx="5221901" cy="5213573"/>
          </a:xfrm>
          <a:prstGeom prst="rect">
            <a:avLst/>
          </a:prstGeom>
        </p:spPr>
      </p:pic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Özyinelemeli Metotlar (</a:t>
            </a:r>
            <a:r>
              <a:rPr lang="tr-TR" dirty="0" err="1" smtClean="0"/>
              <a:t>Recursive</a:t>
            </a:r>
            <a:r>
              <a:rPr lang="tr-TR" dirty="0" smtClean="0"/>
              <a:t> </a:t>
            </a:r>
            <a:r>
              <a:rPr lang="tr-TR" dirty="0" err="1" smtClean="0"/>
              <a:t>Methods</a:t>
            </a:r>
            <a:r>
              <a:rPr lang="tr-TR" dirty="0" smtClean="0"/>
              <a:t>)</a:t>
            </a:r>
            <a:endParaRPr lang="en-GB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>
          <a:xfrm>
            <a:off x="8748464" y="6597352"/>
            <a:ext cx="370384" cy="204936"/>
          </a:xfrm>
        </p:spPr>
        <p:txBody>
          <a:bodyPr/>
          <a:lstStyle/>
          <a:p>
            <a:fld id="{71C6F290-D301-4864-9490-340EF11588D9}" type="slidenum">
              <a:rPr lang="tr-TR" altLang="en-US" smtClean="0"/>
              <a:pPr/>
              <a:t>24</a:t>
            </a:fld>
            <a:endParaRPr lang="tr-TR" altLang="en-US" dirty="0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889" y="3212976"/>
            <a:ext cx="2695575" cy="101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867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ÖDEV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Kullanıcıdan aldığı x ve y gibi iki sayının </a:t>
            </a:r>
            <a:r>
              <a:rPr lang="tr-TR" dirty="0" err="1" smtClean="0"/>
              <a:t>obeb’ini</a:t>
            </a:r>
            <a:r>
              <a:rPr lang="tr-TR" dirty="0" smtClean="0"/>
              <a:t> özyinelemeli (</a:t>
            </a:r>
            <a:r>
              <a:rPr lang="tr-TR" dirty="0" err="1" smtClean="0"/>
              <a:t>recursive</a:t>
            </a:r>
            <a:r>
              <a:rPr lang="tr-TR" dirty="0" smtClean="0"/>
              <a:t>) olarak bulan ve </a:t>
            </a:r>
            <a:r>
              <a:rPr lang="tr-TR" smtClean="0"/>
              <a:t>sonucu ekrana yazan </a:t>
            </a:r>
            <a:r>
              <a:rPr lang="tr-TR" dirty="0" smtClean="0"/>
              <a:t>C# </a:t>
            </a:r>
            <a:r>
              <a:rPr lang="tr-TR" dirty="0" err="1" smtClean="0"/>
              <a:t>Consol</a:t>
            </a:r>
            <a:r>
              <a:rPr lang="tr-TR" dirty="0" smtClean="0"/>
              <a:t> uygulaması yazınız.</a:t>
            </a:r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>
          <a:xfrm>
            <a:off x="7001200" y="6579468"/>
            <a:ext cx="2133600" cy="457200"/>
          </a:xfrm>
        </p:spPr>
        <p:txBody>
          <a:bodyPr/>
          <a:lstStyle/>
          <a:p>
            <a:fld id="{71C6F290-D301-4864-9490-340EF11588D9}" type="slidenum">
              <a:rPr lang="tr-TR" altLang="en-US" smtClean="0"/>
              <a:pPr/>
              <a:t>25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1333241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CBF7E1A-4726-4A4D-936E-1547410B3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>
                <a:latin typeface="Arial" panose="020B0604020202020204" pitchFamily="34" charset="0"/>
              </a:rPr>
              <a:t>Teşekkürler</a:t>
            </a:r>
            <a:endParaRPr lang="tr-TR" dirty="0">
              <a:latin typeface="Arial" panose="020B0604020202020204" pitchFamily="34" charset="0"/>
            </a:endParaRPr>
          </a:p>
        </p:txBody>
      </p:sp>
      <p:sp>
        <p:nvSpPr>
          <p:cNvPr id="4" name="Metin Yer Tutucusu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08CE1-DD55-4A43-A479-EF83A2DC3985}" type="slidenum">
              <a:rPr lang="tr-TR" altLang="en-US" smtClean="0"/>
              <a:pPr/>
              <a:t>26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857171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atış eğitimi sunusu">
  <a:themeElements>
    <a:clrScheme name="Sales Training_final2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Sales Training_final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692150" marR="0" indent="-347663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2"/>
          </a:buClr>
          <a:buSzPct val="70000"/>
          <a:buFont typeface="Wingdings" pitchFamily="2" charset="2"/>
          <a:buChar char="l"/>
          <a:tabLst/>
          <a:defRPr kumimoji="0" 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692150" marR="0" indent="-347663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2"/>
          </a:buClr>
          <a:buSzPct val="70000"/>
          <a:buFont typeface="Wingdings" pitchFamily="2" charset="2"/>
          <a:buChar char="l"/>
          <a:tabLst/>
          <a:defRPr kumimoji="0" 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ales Training_final2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les Training_final2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les Training_final2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les Training_final2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les Training_final2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les Training_final2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les Training_final2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les Training_final2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les Training_final2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les Training_final2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_26714067_TF02819076" id="{E31F1C6B-7E02-4139-9FF8-9E6BFA94BC44}" vid="{1FD1549A-4032-4B7C-9579-369478E37A3B}"/>
    </a:ext>
  </a:extLst>
</a:theme>
</file>

<file path=ppt/theme/theme2.xml><?xml version="1.0" encoding="utf-8"?>
<a:theme xmlns:a="http://schemas.openxmlformats.org/drawingml/2006/main" name="Ofis Teması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is Teması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Satış eğitimi slaytları</Template>
  <TotalTime>9595</TotalTime>
  <Words>737</Words>
  <Application>Microsoft Office PowerPoint</Application>
  <PresentationFormat>Ekran Gösterisi (4:3)</PresentationFormat>
  <Paragraphs>194</Paragraphs>
  <Slides>26</Slides>
  <Notes>3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26</vt:i4>
      </vt:variant>
    </vt:vector>
  </HeadingPairs>
  <TitlesOfParts>
    <vt:vector size="32" baseType="lpstr">
      <vt:lpstr>Arial</vt:lpstr>
      <vt:lpstr>Cambria Math</vt:lpstr>
      <vt:lpstr>Courier New</vt:lpstr>
      <vt:lpstr>Haettenschweiler</vt:lpstr>
      <vt:lpstr>Wingdings</vt:lpstr>
      <vt:lpstr>Satış eğitimi sunusu</vt:lpstr>
      <vt:lpstr>BM201 Görsel  Programlamaya Giriş</vt:lpstr>
      <vt:lpstr>Amaç</vt:lpstr>
      <vt:lpstr>Metotlar</vt:lpstr>
      <vt:lpstr>Sistem Tanımlı Metotlar</vt:lpstr>
      <vt:lpstr>Sistem Tanımlı Metotlar</vt:lpstr>
      <vt:lpstr>Sistem Tanımlı Metotlar</vt:lpstr>
      <vt:lpstr>Sistem Tanımlı Metotlar</vt:lpstr>
      <vt:lpstr>Sistem Tanımlı Metotlar</vt:lpstr>
      <vt:lpstr>public, private protected, void ve static kavramları</vt:lpstr>
      <vt:lpstr>Kullanıcı Tanımlı Metotlar</vt:lpstr>
      <vt:lpstr>Metot Tanımlama</vt:lpstr>
      <vt:lpstr>Metot Çağırma</vt:lpstr>
      <vt:lpstr>Kullanıcı Tanımlı Metotlar Örneği</vt:lpstr>
      <vt:lpstr>Kullanıcı Tanımlı Metot Türleri</vt:lpstr>
      <vt:lpstr>Kullanıcı Tanımlı Metot Türleri</vt:lpstr>
      <vt:lpstr>Kullanıcı Tanımlı Metot Türleri</vt:lpstr>
      <vt:lpstr>Kullanıcı Tanımlı Metot Türleri</vt:lpstr>
      <vt:lpstr>Kullanıcı Tanımlı Metot Türleri</vt:lpstr>
      <vt:lpstr>Metotların Varsayılan Değer Alması</vt:lpstr>
      <vt:lpstr>Metotların Aşırı Yüklenmesi (Method Overloading)</vt:lpstr>
      <vt:lpstr>Metotların Aşırı Yüklenmesi (Method Overloading)</vt:lpstr>
      <vt:lpstr>Özyinelemeli Metotlar (Recursive Methods)</vt:lpstr>
      <vt:lpstr>Özyinelemeli Metotlar (Recursive Methods)</vt:lpstr>
      <vt:lpstr>Özyinelemeli Metotlar (Recursive Methods)</vt:lpstr>
      <vt:lpstr>ÖDEV</vt:lpstr>
      <vt:lpstr>Teşekkürler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BM108 Bilgisayar Mühendisliğine Giriş</dc:title>
  <dc:creator>user</dc:creator>
  <cp:lastModifiedBy>user</cp:lastModifiedBy>
  <cp:revision>452</cp:revision>
  <dcterms:created xsi:type="dcterms:W3CDTF">2020-10-09T08:01:48Z</dcterms:created>
  <dcterms:modified xsi:type="dcterms:W3CDTF">2025-02-18T12:08:01Z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</Properties>
</file>